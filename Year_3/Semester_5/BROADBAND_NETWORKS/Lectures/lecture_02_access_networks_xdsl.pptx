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Τεχνολογίες xDSL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Ευρυζωνικές Τεχνολογίες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Αναδιατύπωση και απλοποίηση εκπαιδευτικού υλικού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Αρχικό υλικό: Βασίλειος Κόκκινος — Πανεπιστήμιο Πατρών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Σκοποί  ενότητας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Εισαγωγή στις τεχνολογίες xDSL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Κατηγοριοποίηση τεχνολογιών DSL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Εξοικείωση με την τεχνολογία ADSL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Κατανόηση με τα χαρακτηριστικά και τη λειτουργία του ADSL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Επεξήγηση της αρχιτεκτονικής του ADSL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Περιεχόμενα ενότητας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Εισαγωγή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Αναλυτική Περιγραφή της ADSL Τεχνολογίας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Τεχνικά χαρακτηριστικά ADSL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DSLAM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Αρχιτεκτονική ADSL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Τρόποι Μετάδοσης σε ένα ADSL Δίκτυο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Τεχνολογίες xDSL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Εισαγωγή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Τα χάλκινα καλώδια χρησιμοποιούνται για τη μεταφορά φωνής, χωρίς να αξιοποιείται στο έπακρο η χωρητικότητα που προσφέρει ο χαλκός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Αν και ο ήχος της ανθρώπινης φωνής εκτείνεται σε ένα μεγάλο εύρος συχνοτήτων, η ενέργεια που φέρουν οι συχνότητες άνω των 5.000 Hz, συνήθως είναι μικρή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Έτσι στις τηλεπικοινωνίες, αυτές οι συχνότητες αποκόπτονται για εξοικονόμηση εύρους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εύρος ζώνης όμως του χαλκού είναι κατά πολύ μεγαλύτερο και μπορεί να αξιοποιηθεί σε άλλες εφαρμογές με κατάλληλους τρόπους, όπως και στην περίπτωση του DSL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DSL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Digital Subscriber Line (DSL)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Χρησιμοποιεί το απλό τηλεφωνικό δίκτυο. Πιο συγκεκριμένα χρησιμοποιεί το εύρος συχνοτήτων που δεν εκμεταλλεύεται το τηλεφωνικό δίκτυο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Μετατρέπει το απλό τηλεφωνικό καλώδιο σε ένα δίαυλο ψηφιακής επικοινωνίας μεγάλου εύρους ζώνης με τη χρήση ειδικών modems, τα οποία τοποθετούνται στις δυο άκρες της γραμμής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Χρησιμοποιεί τόσο τις χαμηλές όσο και τις υψηλές συχνότητες ταυτόχρονα, τις χαμηλές για τη μεταφορά του σήματος της φωνής και τις υψηλές για τα δεδομένα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DSL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Ανάλογα με το είδος του modem που θα συνδέσουμε, πετυχαίνουμε και διαφορετικές επιδόσεις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Με κάθε γενιά τεχνολογίας οι ταχύτητες αυξάνονται, με την πιο εξελιγμένη (VDSL2+) να πετυχαίνει 300 Μbit/s σε downstream και 100Mbit/s σε downstream (Πηγή wikipedia)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Ταυτόχρονα μεταφέρονται και τα αναλογικά σήματα της φωνής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Τεχνολογίες xDSL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Οι τεχνολογίες DSL αναφέρονται γενικά ως xDSL και οι κυριότερες από αυτές είναι: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ADSL (Αsymmetric Digital Subscriber Line)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VDSL (Very-high-data-rate  Digital Subscriber Line)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SDSL  (Single-line Digital Subscriber Line)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HDSL (High-bit-rate Digital Subscriber Line)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RADSL (Rate-Adaptive Digital Subscriber Line)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UDSL (Universal ADSL)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IPSL (Internet Protocol Subscriber Line)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Κατηγοριοποίηση τεχνολογιών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Συμμετρικές: Το bitrate είναι ίδιο και στις δύο κατευθύνσεις (downstream, upstream)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Ασυμμετρικές: Το bitrate δεν είναι ίδιο και στις δύο κατευθύνσεις (downstream, upstream)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Λειτουργούν και συμμετρικά και ασύμμετρα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RADSL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VDSL, VDSL2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ADSL Γενικά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Πρόσβαση υψηλών ταχυτήτων στο Διαδίκτυο και σε άλλα Τηλεπικοινωνιακά Δίκτυα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Παρέχεται στην Ελλάδα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Δυνατότητα για ταυτόχρονη μετάδοση φωνής και δεδομένων μέσω της απλής τηλεφωνικής γραμμής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Η μεταφορά δεδομένων γίνεται με ασύμμετρο τρόπο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ADSL: Μέχρι 8 Mbps downstream και 640 kbps upstream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ADSL2+: Μέχρι 24 Mbps downstream και 1 Mbps upstream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Η απόδοση του ADSL2+ εξαρτάται σημαντικά από την απόσταση του modem του χρήστη από το DSLAM, τη συσκευή πολυπλεξίας των γραμμών DSL του παρόχου.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Απόδοση του ADSL σε σχέση με την απόσταση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56511"/>
            <a:ext cx="6949440" cy="46307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Η ταχύτητα σύνδεσης μειώνεται καθώς αυξάνεται η απόσταση από το DSLAM.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Η εξασθένηση του σήματος περιορίζει ιδιαίτερα τις υψηλότερες ταχύτητες.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Η ποιότητα του χάλκινου καλωδίου επηρεάζει την πραγματική απόδοση.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ADSL - Πλεονεκτήματα/Μειονεκτήματα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Πλεονεκτήματα ADSL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μικρό κόστος (σε σχέση με τις καλωδιακές τεχνολογίες)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σταθερή ταχύτητα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δυνατότητα στατικής IP (π.χ για gaming applications)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μπορείς να μιλάς στο τηλέφωνο και να είσαι online ταυτόχρονα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Μεγάλη απόδοση και αξιοπιστία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Μειονεκτήματα ADSL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η παροχή υπηρεσιών περιορίζεται προς το παρόν σε μικρές περιοχές γύρω από τα τηλεφωνικά κέντρα (περίπου 5,5 χιλιόμετρα)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Τεχνικά Χαρακτηριστικά ADSL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44301"/>
            <a:ext cx="6949440" cy="2855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Το διάγραμμα παρουσιάζει τα βασικά στοιχεία της τεχνολογίας.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Οι επιμέρους συνδέσεις δείχνουν τη διαδρομή του σήματος.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Η εικόνα συνοψίζει τη λειτουργία του συστήματος.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Η Φιλοσοφία του ADSL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Στηρίζεται σε ένα κανάλι υψηλού ρυθμού με καθοδική κατεύθυνση προς τον πελάτη και ένα με χαμηλότερο ρυθμό από τον πελάτη προς το δίκτυο (με ανοδική κατεύθυνση)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Πολυπλέκει τη ψηφιακή πληροφορία με ένα κανάλι αναλογικής φωνής επιτρέποντας στο χρήστη να διατηρεί την τηλεφωνική υπηρεσία ενώ ταυτόχρονα έχει πρόσβαση στις ψηφιακές υπηρεσίες του ADSL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Αυτό επιτυγχάνεται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Με πολύπλεξη στην συχνότητα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Με echo cancellation (ακύρωση ηχούς) μεταξύ ανοδικού και καθοδικού ADSL καναλιού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Συχνότητες ADSL Μετάδοσης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Από το θεώρημα του Shannon γνωρίζουμε ότι ο ρυθμός μετάδοσης σε ένα κανάλι εξαρτάται από το εύρος ζώνης και τον λόγο σήματος προς θόρυβο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C = B * log2(1+ S/N)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Βασικότατη παράμετρος στο να αυξηθεί το χρησιμοποιούμενο εύρος ζώνης φτάνοντας μέχρι και το 1 MHz ήταν η χρήση των μικροεπεξεργαστών, που επέτρεψε την αντιμετώπιση των προβλημάτων που παρουσιάζονται στις συχνότητες αυτές, καθώς και την πολύπλεξη των διαφορετικών συχνοτήτων με την βοήθεια του  fast Fourier transform (FFT)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Χρήση συχνοτήτων στο ADSL 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34540"/>
            <a:ext cx="6949440" cy="34747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Οι χαμηλές συχνότητες χρησιμοποιούνται για την τηλεφωνική υπηρεσία.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Διαφορετικές ζώνες συχνοτήτων εξυπηρετούν την ανοδική και την καθοδική μετάδοση.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Ο διαχωρισμός μειώνει τις αλληλεπιδράσεις φωνής και δεδομένων.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Βασική Αρχιτεκτονική ADSL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ATU-C, ATU-R : ADSL Transmission Unit, CO Side και Remote Side, αντίστοιχα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CO: Central Office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PDN: Premises Distribution Network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PSTN: Public Switched Telephone Network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POTS-C, POTS-R : Διεπαφή μεταξύ του PSTN και του splitter στην πλευρά του CO και του remote, αντίστοιχα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T-SM: Διεπαφή μεταξύ του ΑΤU-R και των Service Modules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U-C: Διεπαφή U στην πλευρά του CO (U-C2: από το Splitter στο ATU-C)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U-R: Διεπαφή U στην πλευρά remote (U-R2: από το Splitter στο ATU-R)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Βασική Αρχιτεκτονική ADSL (2/2)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92680"/>
            <a:ext cx="6949440" cy="33584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Το ATU-R βρίσκεται στην πλευρά του συνδρομητή και το ATU-C στην πλευρά του παρόχου.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Οι splitters διαχωρίζουν την τηλεφωνική υπηρεσία από τα δεδομένα.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Η χάλκινη γραμμή συνδέει τα δύο άκρα του συστήματος.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Αρχιτεκτονική ενός ADSL Δικτύου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14577"/>
            <a:ext cx="6949440" cy="311464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Η σύνδεση του συνδρομητή καταλήγει στον εξοπλισμό πρόσβασης του παρόχου.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Το DSLAM συγκεντρώνει την κίνηση από πολλές γραμμές DSL.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Η κίνηση δεδομένων προωθείται προς το δίκτυο του παρόχου.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DSLAM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Πολυπλέκτης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Καταλαμβάνει θέση-κλειδί σε ολόκληρη την αρχιτεκτονική του δικτύου ADSL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Όλη η κίνηση από και προς τους χρήστες διεκπεραιώνεται μέσω του DSLAM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Όλη η κίνηση από και προς τους εξυπηρετητές του δικτύου πίσω από το DSLAM περνάει επίσης μέσω αυτού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DSLAM εκτελεί λειτουργίες ολοκλήρωσης της ADSL κίνησης ανεξάρτητα από τον τύπο δεδομένων που μεταφέρει, είτε πρόκειται για δεδομένα είτε για φωνή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DSLAM (2/2)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29789"/>
            <a:ext cx="6949440" cy="26842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Πολλές συνδρομητικές γραμμές συγκεντρώνονται στο DSLAM.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Το DSLAM διασυνδέει το δίκτυο πρόσβασης με το δίκτυο κορμού.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Η τηλεφωνική υπηρεσία μπορεί να ακολουθεί ξεχωριστή διαδρομή.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Αρχιτεκτονική του DSLAM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Η βασική μορφή καθώς και οι λειτουργίες ενός DSLAM δεν έχουν καλυφθεί πλήρως από κανένα ADSL ή γενικά xDSL standard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Η βασική ιδέα του DSLAM είναι η εξυπηρέτηση πολλαπλών ATU-Cs ή και HTU-Cs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Οι λειτουργίες που θα εκτελεί καθώς και ο τρόπος που θα τις εκτελεί, εξαρτάται αποκλειστικά από τον κατασκευαστή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Αυτό σημαίνει ότι όλο το πεδίο γύρω από τις λειτουργίες ενός DSLAM είναι ασαφές, με τα περισσότερα προϊόντα να υποστηρίζουν μερικές βασικές λειτουργίες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Σχεδίαση DSLAM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Η σχεδίαση ενός DSLAM βασίζεται σε τρεις κυρίως παράγοντες: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Συνολικό αριθμό των απαιτούμενων DSL θυρών (access links)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Συνολικό αριθμό των απαιτούμενων trunk θυρών (trunk links)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Συνολική κίνηση που προσφέρεται στο διακόπτη (το άθροισμα όλων των ρυθμών των θυρών – total ports)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μέγεθος του DSLAM καθορίζεται από την ικανότητα διαχείρισης της κίνησης καθώς και από τον αριθμό των θυρών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Αρχιτεκτονική Δικτύου από την Σκοπιά του DSLAM (1/2)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36159"/>
            <a:ext cx="6949440" cy="3071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Ο χρήστης συνδέεται μέσω του τερματικού εξοπλισμού DSL.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Το DSLAM αποτελεί το σημείο συγκέντρωσης των συνδέσεων πρόσβασης.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Ο πάροχος υπηρεσιών παρέχει πρόσβαση στα δίκτυα και στις εφαρμογές.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Αρχιτεκτονική Δικτύου από την Σκοπιά του DSLAM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Service user (SU) τμήμα: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ATU-Rs, ή άλλες xDSL συσκευές (π.χ. HTU-R)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Network Access Provider (NAP) τμήμα: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ATU-Cs, HTU-Cs, ή άλλες διεπαφές του DSLAM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Network Service Provider (NSP) τμήμα: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Το δίκτυο πρόσβασης και γενικά τα δίκτυα μέσω των οποίων παρέχονται οι υπηρεσίες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Ο κεντρικός ρόλος του DSLAM σαν NAP είναι η πραγματοποίηση της σύνδεσης μεταξύ του χρήστη και του παρόχου της υπηρεσίας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Αρχιτεκτονική και υπηρεσίες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 επιτρέπει την προσπέλαση του δικτύου με υψηλές ταχύτητες, και αποτελεί μέρος μιας ολοκληρωμένης αρχιτεκτονικής δικτύου που επιτρέπει σε όλους τους συνδρομητές να κάνουν χρήση ευρυζωνικών υπηρεσιών, π.χ.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video on demand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streaming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Ταυτόχρονα, επιτρέπεται φυσικά η μετάδοση τηλεφωνικών υπηρεσιών (PSTN)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Αρχιτεκτονική και υπηρεσίες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Με την πρόσβαση σε αυτό το φάσμα των υπηρεσιών να πραγματοποιείται μέσω του DSLAM, λύνεται το πρόβλημα της συμφόρησης στο τηλεφωνικό δίκτυο και στους μεταγωγείς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Ο τοπικός ADSL βρόχος τερματίζεται στο DSLAM αντί να οδηγείται αμέσως στους διακόπτες του CO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λογισμικό των PSTN διακοπτών δεν χρειάζεται να αναβαθμιστεί προκειμένου να υποστηρίξει αυτές τις υπηρεσίες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Το Βασικό ADSL Δίκτυο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34440"/>
            <a:ext cx="6949440" cy="247491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Η γραμμή χαλκού μεταφέρει τη σύνδεση από τον συνδρομητή στο κέντρο.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Ο splitter διαχωρίζει τα σήματα φωνής και δεδομένων.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Το DSLAM συγκεντρώνει την κίνηση δεδομένων των συνδρομητών.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ADSL διασύνδεση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Η φυσική συσκευή μπορεί να είναι PC ή set-top box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Η διασύνδεση της συσκευής ATU-R με την τελική συσκευή μπορεί να είναι απλή διασύνδεση modem με υπολογιστή ή πιο πολύπλοκες μορφές διασυνδέσεων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π.χ. 10Base-T, Ethernet LAN ή private ATM δίκτυο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Η καλωδίωση των υπαρχόντων αναλογικών συσκευών (τηλέφωνα, FAX) δεν απαιτείται να τροποποιηθεί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Με χρήση splitter διαχωρίζονται και χρησιμοποιούνται ταυτόχρονα τα αναλογικά σήματα και τα ψηφιακά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Στο CO, οι τηλεφωνικές υπηρεσίες διαχωρίζονται μέσω μιας διάταξης από splitters και οδηγούνται στους διακόπτες PSTN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Λειτουργία POTS Splitter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Ο POTS Splitter χρησιμοποιείται για να διαχωρίσει τα κανάλια upstream και downstream από το τηλεφωνικό κανάλι, δηλαδή για να πραγματοποιηθεί διαχωρισμός από 300 KHz μέχρι τα 3,5 MHz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Στο φάσμα αυτό, ο POTS splitter εκτός των σημάτων φωνής πρέπει να επιτρέπει και την διέλευση των τόνων dial, ringing και των σημάτων on/off hook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Δομή POTS Splitter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Η δομή του POTS splitter είναι πανομοιότυπη και για το ATU-R και για το ATU-C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Κατωπερατό φίλτρο για την διεπαφή του POTS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Υψιπερατό φίλτρο για τα κανάλια upstream και downstream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κατωπερατό φίλτρο αφαιρεί, από το κανάλι POTS, την παρεμβολή των καναλιών upstream και downstream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υψιπερατό φίλτρο αφαιρεί, από τα κανάλια upstream και downstream, την παρεμβολή από το κανάλι POTS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Τρόποι Διανομής ADSL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Κατά την διάρκεια μιας ADSL σύνδεσης αποστέλλεται κάθε 17 msec ένα superframe (υπερπλαίσιο) (περίπου 59 το δευτερόλεπτο) που αποτελείται από 68 ADSL frames (πλαίσια)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 Forum έχει ορίσει τέσσερις διαφορετικούς τρόπους διανομής (distribution modes) για όλες τις xDSL τεχνολογίες συμπεριλαμβανομένης και της ADSL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Οι τρόποι διανομής καθορίζουν ποια μορφή θα πάρουν τα bits μέσα στα ADSL πλαίσια πριν αποσταλούν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Τρόποι Διανομής ADSL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Bit synchronous mode: ο πιο απλός τρόπος στον οποίο κάθε bit που τοποθετείται στον buffer μιας συσκευής στο ένα άκρο της σύνδεσης (π.χ. ATU-R) θα εμφανιστεί στον buffer της συσκευής στο άλλο άκρο (ATU-C)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Packed adapter mode: η διαφορά με το bit synchronous mode είναι ότι οι συσκευές στην πλευρά του χρήστη αποστέλλουν και λαμβάνουν πακέτα και όχι απλά συρμούς από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Τρόποι Διανομής ADSL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End-to-end packed mode: η κύρια διαφορά με τον packed adapter mode είναι ότι τα πακέτα πολυπλέκονται μέσα στο ADSL κανάλι (βασίζεται κυρίως στο TCP/IP πρωτόκολλο)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End-to-end ATM mode: η πληροφορία τοποθετείται σε ATM κελιά και όχι σε IP πακέτα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ADSL2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Παρέχει καλύτερη υποστήριξη για νέες εφαρμογές και υπηρεσίες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Προσφέρει βελτιώσεις στην απόδοση, στο ρυθμό μετάδοσης και την προσβασιμότητα, τις διαγνωστικές μεθόδους, την προσαρμογή του ρυθμού μετάδοσης, και την κατάσταση αναμονής (stand-by mode)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Ανάλογα και με την ποιότητα της γραμμής, οι ρυθμοί μετάδοσης μπορούν να φτάσουν τα 12 Mbit/s downstream και 3,5 Mbit/s upstream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Η απόσταση από το DSLAM (Digital subscriber line access multiplexer) μέχρι τον εξοπλισμό του πελάτη είναι συνήθως ο πιο καθοριστικός παράγοντας στην ποιότητα της γραμμής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Τεχνικά χαρακτηριστικά ADSL2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Χρησιμοποιεί τις ίδιες συχνότητες που χρησιμοποιεί το απλό ADSL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Η έκδοση ADSL2 ορίζεται στις συστάσεις ITU G.992.3 και G.992.4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Χρήση τετραδιάστατης κωδικοποίησης trellis 16 καταστάσεων και 1-bit quadrature amplitude modulation (QAM)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Παρέχει υψηλότερους ρυθμούς μετάδοσης σε γραμμές μεγάλου μήκους όταν ο λόγος σήματος προς θόρυβο (signal-to noise ratio - SNR) είναι μικρός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Επιτρέπει στον αποδέκτη να διασκορπίσει τον μη στατικό θόρυβο που προέρχεται από radio AM παρεμβολές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Οι συσκευές που χρησιμοποιούνται πρέπει να είναι συμβατές με το πρότυπο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Βελτιώσεις σε σχέση με απλό ADSL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Βελτιωμένη απόδοση της διαμόρφωσης (modulation)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Μείωση της επιβάρυνσης για την κατασκευή των frames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Μεγαλύτερο κέρδος από την κωδικοποίηση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Βελτίωση της αρχικοποίησης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Καλύτεροι αλγόριθμοι επεξεργασίας σήματος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Έλεγχος ορισμένων παραμέτρων από τον πομπό και τον δέκτη προκειμένου να επιτευχθεί βέλτιστη «εκπαίδευση» των συναρτήσεων επεξεργασίας σήματος του πομπού και του δέκτη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Βελτίωση στην κατανάλωση ισχύος: Σε αντίθεση με τους πομποδέκτες του απλού ADSL πρώτης γενιάς, πλέον οι πομποδέκτες δεν λειτουργούν σε πλήρη ισχύ όλη τη μέρα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Βελτιώσεις σε σχέση με απλό ADSL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Εξουδετέρωση τόνων κατά την αρχικοποίηση ώστε να γίνει δυνατή η χρήση σχημάτων ακύρωσης της παρεμβολής ραδιοφωνικών συχνοτήτων (radio frequency interference (RFI) cancellation schemes)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Μείωση του χρόνου αρχικοποίησης σε λιγότερο από 3 δευτερόλεπτα, σε σχέση με πάνω από 10 δευτερόλεπτα που απαιτεί το ADSL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Σε τηλεφωνικές γραμμές μεγάλου μήκους, το ADSL2 μπορεί να παρέχει επιπλέον 50 kbps ρυθμό μετάδοσης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Σημαίνει αύξηση της μέγιστης απόστασης της τάξης των 200 μέτρων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Σημαίνει αύξηση κάλυψης περίπου 6%, ή 6.5 τετραγωνικά χιλιόμετρα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Ακύρωση ηχούς (echo cancellation) και επιπέδων διασταυρούμενης ομιλίας (crosstalk) στα δύο άκρα της γραμμής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Διαγνωστικές μέθοδοι ADSL2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Οι πομποδέκτες του ADSL2 έχουν ενισχυθεί με διαγνωστικές δυνατότητες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Παρέχουν μετρήσεις για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τον θόρυβο της γραμμής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την εξασθένιση του σήματος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το λόγο σήματος προς θόρυβο (SNR) στα δύο άκρα της γραμμής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Μπορούν να συλλεχθούν χρησιμοποιώντας ένα ειδικό διαγνωστικό mode λειτουργίας ακόμα και όταν η ποιότητα της γραμμής είναι πολύ κακή για να πραγματοποιηθεί μία κανονική ADSL σύνδεση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Διαχείριση ενέργειας ADSL2: L2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Όταν γίνεται λήψη μεγάλων αρχείων, η ADSL2 σύνδεση λειτουργεί σε πλήρη ισχύ (L0 mode)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Όταν η κίνηση στη σύνδεση μειώνεται το σύστημα μπορεί να μεταβεί στο L2 mode, στο οποίο ο ρυθμός μετάδοσης είναι σημαντικά μικρότερος και η κατανάλωση ισχύος μειώνεται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Από το L2 mode, το ADSL2 μπορεί να επανέλθει στιγμιαία στο L0 και να αυξήσει το ρυθμό μετάδοσης μόλις ο χρήστης ξεκινήσει για παράδειγμα μια λήψη αρχείου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Ο μηχανισμός εισόδου και εξόδου στο L2 mode και οι προσαρμογές του ρυθμού μετάδοσης επιτυγχάνονται χωρίς καμία διακοπή της υπηρεσίας και επομένως δεν γίνονται αντιληπτές από το χρήστη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Διαχείριση ενέργειας ADSL2: L3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L3 mode είναι ένα sleep mode όπου η κίνηση δεν μπορεί να μεταφερθεί πάνω από την σύνδεση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Όταν ο χρήστης επιστρέψει, οι πομποδέκτες του ADSL2 χρειάζονται περίπου 3 δευτερόλεπτα για να επαναρχικοποιηθούν και να μπουν σε κατάσταση πλήρους λειτουργίας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Φαινόμενο Crosstalk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Crosstalk θεωρείται η παρεμβολή στην αναλογική γραμμή ενός γειτονικού σήματος με το επιθυμητό σήμα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Τα τηλεφωνικά καλώδια είναι τοποθετημένα μαζί σε ομάδες των 25 ή και περισσότερων συνεστραμμένων ζευγών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Τα ηλεκτρικά σήματα από ένα συνεστραμμένο ζεύγος μπορεί να αλληλεπιδρούν ηλεκτρομαγνητικά με γειτονικά συνεστραμμένα ζεύγη καλωδίων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φαινόμενο αυτό λέγεται διασταυρούμενη ομιλία (crosstalk) και επηρεάζει αρνητικά την απόδοση της ADSL σύνδεσης, που μπορεί να οδηγήσει το ADSL να διακόψει τη σύνδεση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Προσαρμογή ρυθμού μετάδοσης ADSL2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ADSL2 αντιμετωπίζει το crosstalk και παρόμοια προβλήματα με το να προσαρμόζει ομαλά το ρυθμό μετάδοσης σε πραγματικό χρόνο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seamless rate adaptation (SRA)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ADSL2 ανιχνεύει αλλαγές στις συνθήκες του καναλιού και προσαρμόζει το ρυθμό λειτουργίας στη νέα κατάσταση του καναλιού με τρόπο διάφανο ως προς το χρήστη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Λειτουργία 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Ο δέκτης παρακολουθεί το λόγο SNR του καναλιού και καθορίζει ότι απαιτείται αλλαγή του ρυθμού μετάδοσης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Ο δέκτης στέλνει ένα μήνυμα με όλες τις απαραίτητες παραμέτρους στον πομπό για να αρχικοποιήσει την αλλαγή στο ρυθμό μετάδοσης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Ο πομπός στέλνει ένα σήμα “Sync Flag” που χρησιμοποιείται για να μαρκάρει την ακριβή χρονική στιγμή όπου θα αρχίσουν να χρησιμοποιούνται ο νέος ρυθμός μετάδοσης και οι παράμετροι μετάδοσης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Sync Flag σήμα ανιχνεύεται από τον δέκτη και τα δύο άκρα μεταβαίνουν ομαλά και διάφανα για το χρήστη στο νέο ρυθμό μετάδοσης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Κατάτμηση καναλιών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ADSL2 δίνει τη δυνατότητα κατάτμησης του εύρους ζώνης σε διαφορετικά κανάλια με διαφορετικά χαρακτηριστικά για διαφορετικές εφαρμογές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ADSL2 μπορεί να υποστηρίξει ταυτόχρονη χρήση μιας εφαρμογής φωνής και μιας εφαρμογής δεδομένων, οι οποίες έχουν διαφορετικές απαιτήσεις όσον αφορά χαρακτηριστικά όπως ρυθμός λαθών και καθυστέρηση μετάδοσης (latency)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Voice over DSL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ADSL2 υποστηρίζει Channelized Voice over DSL (CVoDSL), μία μέθοδο για τη διάφανη μεταφορά κίνησης φωνής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χρησιμοποιεί «κανάλια» των 64 kbps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Τα δεδομένα της φωνής δεν χρειάζεται να εισαχθούν σε πακέτα, αντίθετα από τις περιπτώσεις για παράδειγμα του VoIP και του VoATM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ADSL2+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Η έκδοση ADSL2+ οριστικοποιήθηκε ως πρότυπο από την ITU τον Ιανουάριο του 2003 με επίσημη ονομασία προτύπου «G.992.5»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Εισάγει: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εξελιγμένα χαρακτηριστικά για την αντιμετώπιση του θορύβου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Υψηλότερους ρυθμούς συμβόλων κατά τη διαμόρφωση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Χρησιμοποιεί DMT αλλά διπλασιάζει το downstream bandwidth, αυξάνοντας το ρυθμό κατεβάσματος δεδομένων μέχρι και τα 24 Mbps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ADSL2+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ADSL2+ καθορίζει την downstream συχνότητα ως τα 2.2 MHz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Τα πρώτα δύο μέλη της οικογένειας των ADSL2 προτύπων, τα G.992.3 (G.dmt.bis) και G.992.4 (G.lite.bis) καθορίζουν μία μπάντα συχνοτήτων για downstream μέχρι το 1.1 MHz και τα 552 kHz αντίστοιχα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Βασικά χαρακτηριστικά ADSL2+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ADSL2+ παρέχει έναν προαιρετικό τρόπο λειτουργίας που διπλασιάζει το εύρος ζώνης του upstream και το ρυθμό μετάδοσης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Μπορεί επίσης να χρησιμοποιηθεί για να μειωθεί το crosstalk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παρέχει τη δυνατότητα να χρησιμοποιηθούν μόνο οι συχνότητες μεταξύ 1.1 MHz και 2.2 MHz με την απόκρυψη (masking) των downstream συχνοτήτων κάτω από το 1.1 MHz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Επιτρέπει το «δέσιμο» των θυρών: Το συνολικό εύρος ζώνης ισούται με το άθροισμα των παρεχόμενων θυρών. Δεν έχουν αυτήν τη δυνατότητα όλοι οι DSLAM vendors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Για παράδειγμα αν δυο γραμμές 24 Mbit/s δεθούν, θα έχει αποτέλεσμα μια σύνδεση ταχύτητας έως και 48 Mbit/s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Συχνότητες ADSL2, ADSL2+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8598"/>
            <a:ext cx="6949440" cy="304660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Το ADSL2+ αξιοποιεί υψηλότερες συχνότητες για downstream μετάδοση.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Το διαθέσιμο φάσμα είναι μεγαλύτερο από εκείνο του ADSL/ADSL2.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Οι υψηλές συχνότητες επηρεάζονται περισσότερο από την απόσταση.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Σύγκριση απόδοσης ADSL, ADSL2, ADSL2+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4914"/>
            <a:ext cx="6949440" cy="489397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80960" y="1463040"/>
            <a:ext cx="40233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Το ADSL2+ προσφέρει μεγαλύτερη θεωρητική ταχύτητα σε μικρές αποστάσεις.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Όσο αυξάνεται η απόσταση, μειώνεται ο εφικτός ρυθμός μετάδοσης.</a:t>
            </a:r>
          </a:p>
          <a:p>
            <a:pPr>
              <a:spcAft>
                <a:spcPts val="1300"/>
              </a:spcAft>
              <a:defRPr sz="1900" b="0">
                <a:solidFill>
                  <a:srgbClr val="232B37"/>
                </a:solidFill>
              </a:defRPr>
            </a:pPr>
            <a:r>
              <a:t>• Οι καμπύλες αποτυπώνουν τη διαφορά δυνατοτήτων μεταξύ των εκδόσεων.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RE-ADSL2+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Reach Extended ADSL2+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Μία παραλλαγή του ADSL2+ (πρότυπο ITU G.992.5 Annex L)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H βασική διαφορά με το G.992.5 (ADSL2+) είναι η μέγιστη απόσταση στην οποία μπορεί να χρησιμοποιηθεί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Για να αυξηθεί η απόσταση χρησιμοποιείται περισσότερη ισχύς στις χαμηλότερες συχνότητες, επιτρέποντας να λειτουργεί μια σύνδεση σε απόσταση 7 χιλιομέτρων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Συνήθως οι ιδιοκτήτες του local loop δεν επιτρέπουν τη χρησιμοποίησή του επειδή η υψηλή ισχύς μπορεί να δημιουργήσει crosstalk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Annex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Βρίσκει εφαρμογή στο ADSL2 και ADSL2+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διαχωριστικό όριο μεταξύ των upstream και downstream συχνοτήτων έχει μετακινηθεί από τα 138kHz στα 276kHz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Δεν επηρεάζει την απόδοση στο downstream, ωστόσο επιτρέπει στο upstream bandwidth να αυξηθεί από το 1 Mbit/s στα 3.5 Mbit/s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Μελλοντική εξέλιξη ADSL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Συχνά ως ADSL3 αντιμετωπίζεται μια ελαφρύτερη έκδοση του VDSL2, το οποίο μπορεί να προσφέρει 20-25 Mbps downstream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VDSL2 και το ADSL έχουν πολλά κοινά στοιχεία, που οδηγούν σε μεγάλο βαθμό διαλειτουργικότητας μεταξύ των δύο τεχνολογιών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ADSL στις διάφορες παραλλαγές και μετεξελίξεις του (ADSL2, ADSL2+) αποτελεί μία από τις βασικές τεχνολογίες με την οποία προωθείται η ευρυζωνικότητα στην Ελλάδα καθώς και στις περισσότερες χώρες του κόσμου</a:t>
            </a:r>
          </a:p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r>
              <a:t>• Το 2015 οι διάφορες DSL τεχνολογίες με προεξάρχουσα την ADSL αποτελούσαν το 70% περίπου των ευρυζωνικών συνδέσεων στην Ευρωπαϊκή Ένωση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Σύντομη ανασκόπηση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Εισαγωγή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Αναλυτική Περιγραφή της ADSL Τεχνολογίας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Τεχνικά χαρακτηριστικά ADSL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Αρχιτεκτονική ADSL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Τρόποι Μετάδοσης σε ένα ADSL Δίκτυο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ADSL2+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Βιβλιογραφία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232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t>• </a:t>
            </a:r>
            <a:r>
              <a:rPr dirty="0" err="1"/>
              <a:t>Βι</a:t>
            </a:r>
            <a:r>
              <a:rPr dirty="0"/>
              <a:t>β</a:t>
            </a:r>
            <a:r>
              <a:rPr dirty="0" err="1"/>
              <a:t>λί</a:t>
            </a:r>
            <a:r>
              <a:rPr dirty="0"/>
              <a:t>α: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rPr dirty="0"/>
              <a:t>• Data and Computer Communications, William Stallings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rPr dirty="0"/>
              <a:t>• Links: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rPr dirty="0"/>
              <a:t>• http://</a:t>
            </a:r>
            <a:r>
              <a:rPr dirty="0" err="1"/>
              <a:t>telematics.upatras.gr</a:t>
            </a:r>
            <a:r>
              <a:rPr dirty="0"/>
              <a:t>/telematics/</a:t>
            </a:r>
            <a:r>
              <a:rPr dirty="0" err="1"/>
              <a:t>bouras</a:t>
            </a:r>
            <a:r>
              <a:rPr dirty="0"/>
              <a:t>/undergraduate-courses/</a:t>
            </a:r>
            <a:r>
              <a:rPr dirty="0" err="1"/>
              <a:t>euruzwnikes-texnologies?language</a:t>
            </a:r>
            <a:r>
              <a:rPr dirty="0"/>
              <a:t>=</a:t>
            </a:r>
            <a:r>
              <a:rPr dirty="0" err="1"/>
              <a:t>el</a:t>
            </a:r>
            <a:r>
              <a:rPr dirty="0"/>
              <a:t> (</a:t>
            </a:r>
            <a:r>
              <a:rPr dirty="0" err="1"/>
              <a:t>Δικτυ</a:t>
            </a:r>
            <a:r>
              <a:rPr dirty="0"/>
              <a:t>α</a:t>
            </a:r>
            <a:r>
              <a:rPr dirty="0" err="1"/>
              <a:t>κός</a:t>
            </a:r>
            <a:r>
              <a:rPr dirty="0"/>
              <a:t> </a:t>
            </a:r>
            <a:r>
              <a:rPr dirty="0" err="1"/>
              <a:t>τό</a:t>
            </a:r>
            <a:r>
              <a:rPr dirty="0"/>
              <a:t>π</a:t>
            </a:r>
            <a:r>
              <a:rPr dirty="0" err="1"/>
              <a:t>ος</a:t>
            </a:r>
            <a:r>
              <a:rPr dirty="0"/>
              <a:t> </a:t>
            </a:r>
            <a:r>
              <a:rPr dirty="0" err="1"/>
              <a:t>μ</a:t>
            </a:r>
            <a:r>
              <a:rPr dirty="0"/>
              <a:t>α</a:t>
            </a:r>
            <a:r>
              <a:rPr dirty="0" err="1"/>
              <a:t>θήμ</a:t>
            </a:r>
            <a:r>
              <a:rPr dirty="0"/>
              <a:t>α</a:t>
            </a:r>
            <a:r>
              <a:rPr dirty="0" err="1"/>
              <a:t>τος</a:t>
            </a:r>
            <a:r>
              <a:rPr dirty="0"/>
              <a:t>)</a:t>
            </a:r>
          </a:p>
          <a:p>
            <a:pPr>
              <a:spcAft>
                <a:spcPts val="1300"/>
              </a:spcAft>
              <a:defRPr sz="1700" b="0">
                <a:solidFill>
                  <a:srgbClr val="232B37"/>
                </a:solidFill>
              </a:defRPr>
            </a:pPr>
            <a:r>
              <a:rPr dirty="0"/>
              <a:t>• http://</a:t>
            </a:r>
            <a:r>
              <a:rPr dirty="0" err="1"/>
              <a:t>whirlpool.net.au</a:t>
            </a:r>
            <a:r>
              <a:rPr dirty="0"/>
              <a:t>/wiki/?tag=</a:t>
            </a:r>
            <a:r>
              <a:rPr dirty="0" err="1"/>
              <a:t>ADSL_Theory</a:t>
            </a:r>
            <a:r>
              <a:rPr dirty="0"/>
              <a:t> (ADSL tutorial)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232B37"/>
                </a:solidFill>
              </a:defRPr>
            </a:pPr>
            <a:r>
              <a:t>Ερωτήσεις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60704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 b="0">
                <a:solidFill>
                  <a:srgbClr val="232B37"/>
                </a:solidFill>
              </a:defRPr>
            </a:pP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6492240"/>
            <a:ext cx="10789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Βάσει εκπαιδευτικού υλικού Β. Κόκκινου, Πανεπιστήμιο Πατρών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900" b="0">
                <a:solidFill>
                  <a:srgbClr val="696E73"/>
                </a:solidFill>
              </a:defRPr>
            </a:pPr>
            <a:r>
              <a:t>57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4276</Words>
  <Application>Microsoft Macintosh PowerPoint</Application>
  <PresentationFormat>Widescreen</PresentationFormat>
  <Paragraphs>404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Evangelos Spyrou</cp:lastModifiedBy>
  <cp:revision>2</cp:revision>
  <dcterms:created xsi:type="dcterms:W3CDTF">2013-01-27T09:14:16Z</dcterms:created>
  <dcterms:modified xsi:type="dcterms:W3CDTF">2026-10-22T12:49:26Z</dcterms:modified>
  <cp:category/>
</cp:coreProperties>
</file>