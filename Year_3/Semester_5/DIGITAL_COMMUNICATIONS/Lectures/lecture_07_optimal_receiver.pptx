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notesMasterIdLst>
    <p:notesMasterId r:id="rId26"/>
  </p:notesMasterIdLst>
  <p:handoutMasterIdLst>
    <p:handoutMasterId r:id="rId27"/>
  </p:handoutMasterIdLst>
  <p:sldIdLst>
    <p:sldId id="445" r:id="rId2"/>
    <p:sldId id="446" r:id="rId3"/>
    <p:sldId id="447" r:id="rId4"/>
    <p:sldId id="448" r:id="rId5"/>
    <p:sldId id="449" r:id="rId6"/>
    <p:sldId id="450" r:id="rId7"/>
    <p:sldId id="451" r:id="rId8"/>
    <p:sldId id="452" r:id="rId9"/>
    <p:sldId id="483" r:id="rId10"/>
    <p:sldId id="454" r:id="rId11"/>
    <p:sldId id="455" r:id="rId12"/>
    <p:sldId id="456" r:id="rId13"/>
    <p:sldId id="479" r:id="rId14"/>
    <p:sldId id="464" r:id="rId15"/>
    <p:sldId id="465" r:id="rId16"/>
    <p:sldId id="467" r:id="rId17"/>
    <p:sldId id="468" r:id="rId18"/>
    <p:sldId id="469" r:id="rId19"/>
    <p:sldId id="475" r:id="rId20"/>
    <p:sldId id="470" r:id="rId21"/>
    <p:sldId id="471" r:id="rId22"/>
    <p:sldId id="484" r:id="rId23"/>
    <p:sldId id="472" r:id="rId24"/>
    <p:sldId id="473" r:id="rId25"/>
  </p:sldIdLst>
  <p:sldSz cx="9144000" cy="6858000" type="screen4x3"/>
  <p:notesSz cx="7104063" cy="10234613"/>
  <p:defaultTextStyle>
    <a:defPPr>
      <a:defRPr lang="en-GB"/>
    </a:defPPr>
    <a:lvl1pPr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5pPr>
    <a:lvl6pPr marL="2286000" algn="l" defTabSz="914400" rtl="0" eaLnBrk="1" latinLnBrk="0" hangingPunct="1">
      <a:defRPr sz="20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6pPr>
    <a:lvl7pPr marL="2743200" algn="l" defTabSz="914400" rtl="0" eaLnBrk="1" latinLnBrk="0" hangingPunct="1">
      <a:defRPr sz="20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7pPr>
    <a:lvl8pPr marL="3200400" algn="l" defTabSz="914400" rtl="0" eaLnBrk="1" latinLnBrk="0" hangingPunct="1">
      <a:defRPr sz="20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8pPr>
    <a:lvl9pPr marL="3657600" algn="l" defTabSz="914400" rtl="0" eaLnBrk="1" latinLnBrk="0" hangingPunct="1">
      <a:defRPr sz="20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4" userDrawn="1">
          <p15:clr>
            <a:srgbClr val="A4A3A4"/>
          </p15:clr>
        </p15:guide>
        <p15:guide id="2" pos="2238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3CC"/>
    <a:srgbClr val="FCB4A6"/>
    <a:srgbClr val="FFFF99"/>
    <a:srgbClr val="FFE0A3"/>
    <a:srgbClr val="CCECFF"/>
    <a:srgbClr val="0066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D14395B-025A-404E-AD68-10493B71DD8D}" v="45" dt="2025-01-09T13:38:33.82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339" autoAdjust="0"/>
    <p:restoredTop sz="79355" autoAdjust="0"/>
  </p:normalViewPr>
  <p:slideViewPr>
    <p:cSldViewPr>
      <p:cViewPr varScale="1">
        <p:scale>
          <a:sx n="65" d="100"/>
          <a:sy n="65" d="100"/>
        </p:scale>
        <p:origin x="1968" y="5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7" d="100"/>
          <a:sy n="57" d="100"/>
        </p:scale>
        <p:origin x="-1836" y="-78"/>
      </p:cViewPr>
      <p:guideLst>
        <p:guide orient="horz" pos="3224"/>
        <p:guide pos="2238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handoutMaster" Target="handoutMasters/handoutMaster1.xml"/><Relationship Id="rId30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ikos Piperigkos" userId="b361276a-3497-4fae-9245-3cd0ad5fb2cd" providerId="ADAL" clId="{DD14395B-025A-404E-AD68-10493B71DD8D}"/>
    <pc:docChg chg="delSld modSld">
      <pc:chgData name="Nikos Piperigkos" userId="b361276a-3497-4fae-9245-3cd0ad5fb2cd" providerId="ADAL" clId="{DD14395B-025A-404E-AD68-10493B71DD8D}" dt="2025-01-09T13:38:33.823" v="95" actId="20577"/>
      <pc:docMkLst>
        <pc:docMk/>
      </pc:docMkLst>
      <pc:sldChg chg="delSp modSp">
        <pc:chgData name="Nikos Piperigkos" userId="b361276a-3497-4fae-9245-3cd0ad5fb2cd" providerId="ADAL" clId="{DD14395B-025A-404E-AD68-10493B71DD8D}" dt="2025-01-09T13:38:33.823" v="95" actId="20577"/>
        <pc:sldMkLst>
          <pc:docMk/>
          <pc:sldMk cId="0" sldId="446"/>
        </pc:sldMkLst>
        <pc:spChg chg="del">
          <ac:chgData name="Nikos Piperigkos" userId="b361276a-3497-4fae-9245-3cd0ad5fb2cd" providerId="ADAL" clId="{DD14395B-025A-404E-AD68-10493B71DD8D}" dt="2025-01-08T09:15:08.144" v="56" actId="478"/>
          <ac:spMkLst>
            <pc:docMk/>
            <pc:sldMk cId="0" sldId="446"/>
            <ac:spMk id="7170" creationId="{97803931-C355-4130-93E7-439A4509A4C2}"/>
          </ac:spMkLst>
        </pc:spChg>
        <pc:spChg chg="mod">
          <ac:chgData name="Nikos Piperigkos" userId="b361276a-3497-4fae-9245-3cd0ad5fb2cd" providerId="ADAL" clId="{DD14395B-025A-404E-AD68-10493B71DD8D}" dt="2025-01-09T13:38:33.823" v="95" actId="20577"/>
          <ac:spMkLst>
            <pc:docMk/>
            <pc:sldMk cId="0" sldId="446"/>
            <ac:spMk id="545795" creationId="{5FC1F997-BFF5-4B1C-9441-845C741C50DE}"/>
          </ac:spMkLst>
        </pc:spChg>
      </pc:sldChg>
      <pc:sldChg chg="delSp">
        <pc:chgData name="Nikos Piperigkos" userId="b361276a-3497-4fae-9245-3cd0ad5fb2cd" providerId="ADAL" clId="{DD14395B-025A-404E-AD68-10493B71DD8D}" dt="2025-01-08T09:15:11.786" v="57" actId="478"/>
        <pc:sldMkLst>
          <pc:docMk/>
          <pc:sldMk cId="0" sldId="447"/>
        </pc:sldMkLst>
        <pc:spChg chg="del">
          <ac:chgData name="Nikos Piperigkos" userId="b361276a-3497-4fae-9245-3cd0ad5fb2cd" providerId="ADAL" clId="{DD14395B-025A-404E-AD68-10493B71DD8D}" dt="2025-01-08T09:15:11.786" v="57" actId="478"/>
          <ac:spMkLst>
            <pc:docMk/>
            <pc:sldMk cId="0" sldId="447"/>
            <ac:spMk id="9218" creationId="{C1422E54-D3C7-43E2-AF5D-22275A5EB73D}"/>
          </ac:spMkLst>
        </pc:spChg>
      </pc:sldChg>
      <pc:sldChg chg="delSp">
        <pc:chgData name="Nikos Piperigkos" userId="b361276a-3497-4fae-9245-3cd0ad5fb2cd" providerId="ADAL" clId="{DD14395B-025A-404E-AD68-10493B71DD8D}" dt="2025-01-08T09:15:13.783" v="58" actId="478"/>
        <pc:sldMkLst>
          <pc:docMk/>
          <pc:sldMk cId="0" sldId="448"/>
        </pc:sldMkLst>
        <pc:spChg chg="del">
          <ac:chgData name="Nikos Piperigkos" userId="b361276a-3497-4fae-9245-3cd0ad5fb2cd" providerId="ADAL" clId="{DD14395B-025A-404E-AD68-10493B71DD8D}" dt="2025-01-08T09:15:13.783" v="58" actId="478"/>
          <ac:spMkLst>
            <pc:docMk/>
            <pc:sldMk cId="0" sldId="448"/>
            <ac:spMk id="11266" creationId="{0F97A900-57E4-4AA6-85FB-6F824CB4DD2E}"/>
          </ac:spMkLst>
        </pc:spChg>
      </pc:sldChg>
      <pc:sldChg chg="delSp">
        <pc:chgData name="Nikos Piperigkos" userId="b361276a-3497-4fae-9245-3cd0ad5fb2cd" providerId="ADAL" clId="{DD14395B-025A-404E-AD68-10493B71DD8D}" dt="2025-01-08T09:15:16.990" v="59" actId="478"/>
        <pc:sldMkLst>
          <pc:docMk/>
          <pc:sldMk cId="0" sldId="449"/>
        </pc:sldMkLst>
        <pc:spChg chg="del">
          <ac:chgData name="Nikos Piperigkos" userId="b361276a-3497-4fae-9245-3cd0ad5fb2cd" providerId="ADAL" clId="{DD14395B-025A-404E-AD68-10493B71DD8D}" dt="2025-01-08T09:15:16.990" v="59" actId="478"/>
          <ac:spMkLst>
            <pc:docMk/>
            <pc:sldMk cId="0" sldId="449"/>
            <ac:spMk id="13314" creationId="{FB2D050B-858A-42F5-B54F-FA8869EDA900}"/>
          </ac:spMkLst>
        </pc:spChg>
      </pc:sldChg>
      <pc:sldChg chg="delSp">
        <pc:chgData name="Nikos Piperigkos" userId="b361276a-3497-4fae-9245-3cd0ad5fb2cd" providerId="ADAL" clId="{DD14395B-025A-404E-AD68-10493B71DD8D}" dt="2025-01-08T09:15:18.946" v="60" actId="478"/>
        <pc:sldMkLst>
          <pc:docMk/>
          <pc:sldMk cId="0" sldId="450"/>
        </pc:sldMkLst>
        <pc:spChg chg="del">
          <ac:chgData name="Nikos Piperigkos" userId="b361276a-3497-4fae-9245-3cd0ad5fb2cd" providerId="ADAL" clId="{DD14395B-025A-404E-AD68-10493B71DD8D}" dt="2025-01-08T09:15:18.946" v="60" actId="478"/>
          <ac:spMkLst>
            <pc:docMk/>
            <pc:sldMk cId="0" sldId="450"/>
            <ac:spMk id="15362" creationId="{D4641345-97A8-4140-A6F9-6068300F5E5F}"/>
          </ac:spMkLst>
        </pc:spChg>
      </pc:sldChg>
      <pc:sldChg chg="delSp">
        <pc:chgData name="Nikos Piperigkos" userId="b361276a-3497-4fae-9245-3cd0ad5fb2cd" providerId="ADAL" clId="{DD14395B-025A-404E-AD68-10493B71DD8D}" dt="2025-01-08T09:15:21.691" v="61" actId="478"/>
        <pc:sldMkLst>
          <pc:docMk/>
          <pc:sldMk cId="0" sldId="451"/>
        </pc:sldMkLst>
        <pc:spChg chg="del">
          <ac:chgData name="Nikos Piperigkos" userId="b361276a-3497-4fae-9245-3cd0ad5fb2cd" providerId="ADAL" clId="{DD14395B-025A-404E-AD68-10493B71DD8D}" dt="2025-01-08T09:15:21.691" v="61" actId="478"/>
          <ac:spMkLst>
            <pc:docMk/>
            <pc:sldMk cId="0" sldId="451"/>
            <ac:spMk id="17410" creationId="{D4F53147-87C3-4645-B1B7-114DDF84385B}"/>
          </ac:spMkLst>
        </pc:spChg>
      </pc:sldChg>
      <pc:sldChg chg="delSp modSp mod">
        <pc:chgData name="Nikos Piperigkos" userId="b361276a-3497-4fae-9245-3cd0ad5fb2cd" providerId="ADAL" clId="{DD14395B-025A-404E-AD68-10493B71DD8D}" dt="2025-01-08T13:50:43.352" v="88" actId="20577"/>
        <pc:sldMkLst>
          <pc:docMk/>
          <pc:sldMk cId="0" sldId="452"/>
        </pc:sldMkLst>
        <pc:spChg chg="del">
          <ac:chgData name="Nikos Piperigkos" userId="b361276a-3497-4fae-9245-3cd0ad5fb2cd" providerId="ADAL" clId="{DD14395B-025A-404E-AD68-10493B71DD8D}" dt="2025-01-08T09:15:24.108" v="62" actId="478"/>
          <ac:spMkLst>
            <pc:docMk/>
            <pc:sldMk cId="0" sldId="452"/>
            <ac:spMk id="19458" creationId="{0C9494B5-BEF1-446C-90AA-1FE7AAB53EDA}"/>
          </ac:spMkLst>
        </pc:spChg>
        <pc:spChg chg="mod">
          <ac:chgData name="Nikos Piperigkos" userId="b361276a-3497-4fae-9245-3cd0ad5fb2cd" providerId="ADAL" clId="{DD14395B-025A-404E-AD68-10493B71DD8D}" dt="2025-01-08T13:50:43.352" v="88" actId="20577"/>
          <ac:spMkLst>
            <pc:docMk/>
            <pc:sldMk cId="0" sldId="452"/>
            <ac:spMk id="551939" creationId="{306800F6-8421-4CD2-A60B-994DF94A3D9D}"/>
          </ac:spMkLst>
        </pc:spChg>
      </pc:sldChg>
      <pc:sldChg chg="del">
        <pc:chgData name="Nikos Piperigkos" userId="b361276a-3497-4fae-9245-3cd0ad5fb2cd" providerId="ADAL" clId="{DD14395B-025A-404E-AD68-10493B71DD8D}" dt="2025-01-08T09:12:09.523" v="49" actId="47"/>
        <pc:sldMkLst>
          <pc:docMk/>
          <pc:sldMk cId="0" sldId="453"/>
        </pc:sldMkLst>
      </pc:sldChg>
      <pc:sldChg chg="delSp">
        <pc:chgData name="Nikos Piperigkos" userId="b361276a-3497-4fae-9245-3cd0ad5fb2cd" providerId="ADAL" clId="{DD14395B-025A-404E-AD68-10493B71DD8D}" dt="2025-01-08T09:15:30.030" v="64" actId="478"/>
        <pc:sldMkLst>
          <pc:docMk/>
          <pc:sldMk cId="0" sldId="454"/>
        </pc:sldMkLst>
        <pc:spChg chg="del">
          <ac:chgData name="Nikos Piperigkos" userId="b361276a-3497-4fae-9245-3cd0ad5fb2cd" providerId="ADAL" clId="{DD14395B-025A-404E-AD68-10493B71DD8D}" dt="2025-01-08T09:15:30.030" v="64" actId="478"/>
          <ac:spMkLst>
            <pc:docMk/>
            <pc:sldMk cId="0" sldId="454"/>
            <ac:spMk id="25602" creationId="{CED84672-8257-4A5B-B476-DB51B407C74D}"/>
          </ac:spMkLst>
        </pc:spChg>
      </pc:sldChg>
      <pc:sldChg chg="delSp">
        <pc:chgData name="Nikos Piperigkos" userId="b361276a-3497-4fae-9245-3cd0ad5fb2cd" providerId="ADAL" clId="{DD14395B-025A-404E-AD68-10493B71DD8D}" dt="2025-01-08T09:15:32.657" v="65" actId="478"/>
        <pc:sldMkLst>
          <pc:docMk/>
          <pc:sldMk cId="0" sldId="455"/>
        </pc:sldMkLst>
        <pc:spChg chg="del">
          <ac:chgData name="Nikos Piperigkos" userId="b361276a-3497-4fae-9245-3cd0ad5fb2cd" providerId="ADAL" clId="{DD14395B-025A-404E-AD68-10493B71DD8D}" dt="2025-01-08T09:15:32.657" v="65" actId="478"/>
          <ac:spMkLst>
            <pc:docMk/>
            <pc:sldMk cId="0" sldId="455"/>
            <ac:spMk id="27650" creationId="{BE09D3F6-2284-475A-A0A3-BBA23582FE4A}"/>
          </ac:spMkLst>
        </pc:spChg>
      </pc:sldChg>
      <pc:sldChg chg="delSp">
        <pc:chgData name="Nikos Piperigkos" userId="b361276a-3497-4fae-9245-3cd0ad5fb2cd" providerId="ADAL" clId="{DD14395B-025A-404E-AD68-10493B71DD8D}" dt="2025-01-08T09:15:35.474" v="66" actId="478"/>
        <pc:sldMkLst>
          <pc:docMk/>
          <pc:sldMk cId="0" sldId="456"/>
        </pc:sldMkLst>
        <pc:spChg chg="del">
          <ac:chgData name="Nikos Piperigkos" userId="b361276a-3497-4fae-9245-3cd0ad5fb2cd" providerId="ADAL" clId="{DD14395B-025A-404E-AD68-10493B71DD8D}" dt="2025-01-08T09:15:35.474" v="66" actId="478"/>
          <ac:spMkLst>
            <pc:docMk/>
            <pc:sldMk cId="0" sldId="456"/>
            <ac:spMk id="29698" creationId="{9ABE02AA-B9D6-4F91-A9D6-5BC7C291D0C1}"/>
          </ac:spMkLst>
        </pc:spChg>
      </pc:sldChg>
      <pc:sldChg chg="del">
        <pc:chgData name="Nikos Piperigkos" userId="b361276a-3497-4fae-9245-3cd0ad5fb2cd" providerId="ADAL" clId="{DD14395B-025A-404E-AD68-10493B71DD8D}" dt="2025-01-08T09:12:23.195" v="50" actId="47"/>
        <pc:sldMkLst>
          <pc:docMk/>
          <pc:sldMk cId="0" sldId="457"/>
        </pc:sldMkLst>
      </pc:sldChg>
      <pc:sldChg chg="del">
        <pc:chgData name="Nikos Piperigkos" userId="b361276a-3497-4fae-9245-3cd0ad5fb2cd" providerId="ADAL" clId="{DD14395B-025A-404E-AD68-10493B71DD8D}" dt="2025-01-08T09:12:23.195" v="50" actId="47"/>
        <pc:sldMkLst>
          <pc:docMk/>
          <pc:sldMk cId="0" sldId="459"/>
        </pc:sldMkLst>
      </pc:sldChg>
      <pc:sldChg chg="del">
        <pc:chgData name="Nikos Piperigkos" userId="b361276a-3497-4fae-9245-3cd0ad5fb2cd" providerId="ADAL" clId="{DD14395B-025A-404E-AD68-10493B71DD8D}" dt="2025-01-08T09:12:23.195" v="50" actId="47"/>
        <pc:sldMkLst>
          <pc:docMk/>
          <pc:sldMk cId="0" sldId="460"/>
        </pc:sldMkLst>
      </pc:sldChg>
      <pc:sldChg chg="del">
        <pc:chgData name="Nikos Piperigkos" userId="b361276a-3497-4fae-9245-3cd0ad5fb2cd" providerId="ADAL" clId="{DD14395B-025A-404E-AD68-10493B71DD8D}" dt="2025-01-08T09:12:23.195" v="50" actId="47"/>
        <pc:sldMkLst>
          <pc:docMk/>
          <pc:sldMk cId="0" sldId="461"/>
        </pc:sldMkLst>
      </pc:sldChg>
      <pc:sldChg chg="del">
        <pc:chgData name="Nikos Piperigkos" userId="b361276a-3497-4fae-9245-3cd0ad5fb2cd" providerId="ADAL" clId="{DD14395B-025A-404E-AD68-10493B71DD8D}" dt="2025-01-08T09:12:23.195" v="50" actId="47"/>
        <pc:sldMkLst>
          <pc:docMk/>
          <pc:sldMk cId="0" sldId="462"/>
        </pc:sldMkLst>
      </pc:sldChg>
      <pc:sldChg chg="del">
        <pc:chgData name="Nikos Piperigkos" userId="b361276a-3497-4fae-9245-3cd0ad5fb2cd" providerId="ADAL" clId="{DD14395B-025A-404E-AD68-10493B71DD8D}" dt="2025-01-08T09:12:23.195" v="50" actId="47"/>
        <pc:sldMkLst>
          <pc:docMk/>
          <pc:sldMk cId="0" sldId="463"/>
        </pc:sldMkLst>
      </pc:sldChg>
      <pc:sldChg chg="delSp">
        <pc:chgData name="Nikos Piperigkos" userId="b361276a-3497-4fae-9245-3cd0ad5fb2cd" providerId="ADAL" clId="{DD14395B-025A-404E-AD68-10493B71DD8D}" dt="2025-01-08T09:15:39.980" v="68" actId="478"/>
        <pc:sldMkLst>
          <pc:docMk/>
          <pc:sldMk cId="0" sldId="464"/>
        </pc:sldMkLst>
        <pc:spChg chg="del">
          <ac:chgData name="Nikos Piperigkos" userId="b361276a-3497-4fae-9245-3cd0ad5fb2cd" providerId="ADAL" clId="{DD14395B-025A-404E-AD68-10493B71DD8D}" dt="2025-01-08T09:15:39.980" v="68" actId="478"/>
          <ac:spMkLst>
            <pc:docMk/>
            <pc:sldMk cId="0" sldId="464"/>
            <ac:spMk id="52226" creationId="{7B853200-47B0-4C0C-9092-AB1A73BA23AF}"/>
          </ac:spMkLst>
        </pc:spChg>
      </pc:sldChg>
      <pc:sldChg chg="delSp">
        <pc:chgData name="Nikos Piperigkos" userId="b361276a-3497-4fae-9245-3cd0ad5fb2cd" providerId="ADAL" clId="{DD14395B-025A-404E-AD68-10493B71DD8D}" dt="2025-01-08T09:15:41.719" v="69" actId="478"/>
        <pc:sldMkLst>
          <pc:docMk/>
          <pc:sldMk cId="0" sldId="465"/>
        </pc:sldMkLst>
        <pc:spChg chg="del">
          <ac:chgData name="Nikos Piperigkos" userId="b361276a-3497-4fae-9245-3cd0ad5fb2cd" providerId="ADAL" clId="{DD14395B-025A-404E-AD68-10493B71DD8D}" dt="2025-01-08T09:15:41.719" v="69" actId="478"/>
          <ac:spMkLst>
            <pc:docMk/>
            <pc:sldMk cId="0" sldId="465"/>
            <ac:spMk id="54274" creationId="{FCC89ECA-8E67-4F25-B94B-3049D2CA93A1}"/>
          </ac:spMkLst>
        </pc:spChg>
      </pc:sldChg>
      <pc:sldChg chg="del">
        <pc:chgData name="Nikos Piperigkos" userId="b361276a-3497-4fae-9245-3cd0ad5fb2cd" providerId="ADAL" clId="{DD14395B-025A-404E-AD68-10493B71DD8D}" dt="2025-01-08T09:12:59.870" v="51" actId="47"/>
        <pc:sldMkLst>
          <pc:docMk/>
          <pc:sldMk cId="0" sldId="466"/>
        </pc:sldMkLst>
      </pc:sldChg>
      <pc:sldChg chg="delSp">
        <pc:chgData name="Nikos Piperigkos" userId="b361276a-3497-4fae-9245-3cd0ad5fb2cd" providerId="ADAL" clId="{DD14395B-025A-404E-AD68-10493B71DD8D}" dt="2025-01-08T09:15:44.297" v="70" actId="478"/>
        <pc:sldMkLst>
          <pc:docMk/>
          <pc:sldMk cId="0" sldId="467"/>
        </pc:sldMkLst>
        <pc:spChg chg="del">
          <ac:chgData name="Nikos Piperigkos" userId="b361276a-3497-4fae-9245-3cd0ad5fb2cd" providerId="ADAL" clId="{DD14395B-025A-404E-AD68-10493B71DD8D}" dt="2025-01-08T09:15:44.297" v="70" actId="478"/>
          <ac:spMkLst>
            <pc:docMk/>
            <pc:sldMk cId="0" sldId="467"/>
            <ac:spMk id="58370" creationId="{F52B576E-4DFF-433F-8364-6A3F40E342E6}"/>
          </ac:spMkLst>
        </pc:spChg>
      </pc:sldChg>
      <pc:sldChg chg="delSp modSp mod">
        <pc:chgData name="Nikos Piperigkos" userId="b361276a-3497-4fae-9245-3cd0ad5fb2cd" providerId="ADAL" clId="{DD14395B-025A-404E-AD68-10493B71DD8D}" dt="2025-01-08T09:15:54.561" v="78" actId="478"/>
        <pc:sldMkLst>
          <pc:docMk/>
          <pc:sldMk cId="0" sldId="468"/>
        </pc:sldMkLst>
        <pc:spChg chg="del">
          <ac:chgData name="Nikos Piperigkos" userId="b361276a-3497-4fae-9245-3cd0ad5fb2cd" providerId="ADAL" clId="{DD14395B-025A-404E-AD68-10493B71DD8D}" dt="2025-01-08T09:15:54.561" v="78" actId="478"/>
          <ac:spMkLst>
            <pc:docMk/>
            <pc:sldMk cId="0" sldId="468"/>
            <ac:spMk id="60418" creationId="{E74F5B64-8B1A-45A4-98E0-BB8FE7C3AABE}"/>
          </ac:spMkLst>
        </pc:spChg>
        <pc:spChg chg="mod">
          <ac:chgData name="Nikos Piperigkos" userId="b361276a-3497-4fae-9245-3cd0ad5fb2cd" providerId="ADAL" clId="{DD14395B-025A-404E-AD68-10493B71DD8D}" dt="2025-01-08T09:15:53.236" v="77" actId="20577"/>
          <ac:spMkLst>
            <pc:docMk/>
            <pc:sldMk cId="0" sldId="468"/>
            <ac:spMk id="570371" creationId="{57DA8C0D-3F90-4902-A5FC-2CEAA44D0CCE}"/>
          </ac:spMkLst>
        </pc:spChg>
      </pc:sldChg>
      <pc:sldChg chg="delSp modSp mod">
        <pc:chgData name="Nikos Piperigkos" userId="b361276a-3497-4fae-9245-3cd0ad5fb2cd" providerId="ADAL" clId="{DD14395B-025A-404E-AD68-10493B71DD8D}" dt="2025-01-08T09:15:56.607" v="79" actId="478"/>
        <pc:sldMkLst>
          <pc:docMk/>
          <pc:sldMk cId="0" sldId="469"/>
        </pc:sldMkLst>
        <pc:spChg chg="del">
          <ac:chgData name="Nikos Piperigkos" userId="b361276a-3497-4fae-9245-3cd0ad5fb2cd" providerId="ADAL" clId="{DD14395B-025A-404E-AD68-10493B71DD8D}" dt="2025-01-08T09:15:56.607" v="79" actId="478"/>
          <ac:spMkLst>
            <pc:docMk/>
            <pc:sldMk cId="0" sldId="469"/>
            <ac:spMk id="62466" creationId="{627F4604-8428-4C97-9225-D83DF49C33D7}"/>
          </ac:spMkLst>
        </pc:spChg>
        <pc:spChg chg="mod">
          <ac:chgData name="Nikos Piperigkos" userId="b361276a-3497-4fae-9245-3cd0ad5fb2cd" providerId="ADAL" clId="{DD14395B-025A-404E-AD68-10493B71DD8D}" dt="2025-01-08T09:13:09.747" v="52" actId="20577"/>
          <ac:spMkLst>
            <pc:docMk/>
            <pc:sldMk cId="0" sldId="469"/>
            <ac:spMk id="571395" creationId="{0232C956-F5AD-4EAE-B933-9A45DC6E5DB1}"/>
          </ac:spMkLst>
        </pc:spChg>
      </pc:sldChg>
      <pc:sldChg chg="delSp">
        <pc:chgData name="Nikos Piperigkos" userId="b361276a-3497-4fae-9245-3cd0ad5fb2cd" providerId="ADAL" clId="{DD14395B-025A-404E-AD68-10493B71DD8D}" dt="2025-01-08T09:16:02.426" v="81" actId="478"/>
        <pc:sldMkLst>
          <pc:docMk/>
          <pc:sldMk cId="0" sldId="470"/>
        </pc:sldMkLst>
        <pc:spChg chg="del">
          <ac:chgData name="Nikos Piperigkos" userId="b361276a-3497-4fae-9245-3cd0ad5fb2cd" providerId="ADAL" clId="{DD14395B-025A-404E-AD68-10493B71DD8D}" dt="2025-01-08T09:16:02.426" v="81" actId="478"/>
          <ac:spMkLst>
            <pc:docMk/>
            <pc:sldMk cId="0" sldId="470"/>
            <ac:spMk id="66562" creationId="{8EBE63CA-FF48-4991-8195-441D0BF7B2B1}"/>
          </ac:spMkLst>
        </pc:spChg>
      </pc:sldChg>
      <pc:sldChg chg="delSp">
        <pc:chgData name="Nikos Piperigkos" userId="b361276a-3497-4fae-9245-3cd0ad5fb2cd" providerId="ADAL" clId="{DD14395B-025A-404E-AD68-10493B71DD8D}" dt="2025-01-08T09:16:04.311" v="82" actId="478"/>
        <pc:sldMkLst>
          <pc:docMk/>
          <pc:sldMk cId="0" sldId="471"/>
        </pc:sldMkLst>
        <pc:spChg chg="del">
          <ac:chgData name="Nikos Piperigkos" userId="b361276a-3497-4fae-9245-3cd0ad5fb2cd" providerId="ADAL" clId="{DD14395B-025A-404E-AD68-10493B71DD8D}" dt="2025-01-08T09:16:04.311" v="82" actId="478"/>
          <ac:spMkLst>
            <pc:docMk/>
            <pc:sldMk cId="0" sldId="471"/>
            <ac:spMk id="68610" creationId="{F09DBBA3-A573-4250-A6A6-7A7365058F63}"/>
          </ac:spMkLst>
        </pc:spChg>
      </pc:sldChg>
      <pc:sldChg chg="delSp">
        <pc:chgData name="Nikos Piperigkos" userId="b361276a-3497-4fae-9245-3cd0ad5fb2cd" providerId="ADAL" clId="{DD14395B-025A-404E-AD68-10493B71DD8D}" dt="2025-01-08T09:16:08.721" v="84" actId="478"/>
        <pc:sldMkLst>
          <pc:docMk/>
          <pc:sldMk cId="0" sldId="472"/>
        </pc:sldMkLst>
        <pc:spChg chg="del">
          <ac:chgData name="Nikos Piperigkos" userId="b361276a-3497-4fae-9245-3cd0ad5fb2cd" providerId="ADAL" clId="{DD14395B-025A-404E-AD68-10493B71DD8D}" dt="2025-01-08T09:16:08.721" v="84" actId="478"/>
          <ac:spMkLst>
            <pc:docMk/>
            <pc:sldMk cId="0" sldId="472"/>
            <ac:spMk id="72706" creationId="{3A1E18F2-CBE5-4288-977C-7DB6866D0E31}"/>
          </ac:spMkLst>
        </pc:spChg>
      </pc:sldChg>
      <pc:sldChg chg="delSp">
        <pc:chgData name="Nikos Piperigkos" userId="b361276a-3497-4fae-9245-3cd0ad5fb2cd" providerId="ADAL" clId="{DD14395B-025A-404E-AD68-10493B71DD8D}" dt="2025-01-08T09:16:11.048" v="85" actId="478"/>
        <pc:sldMkLst>
          <pc:docMk/>
          <pc:sldMk cId="0" sldId="473"/>
        </pc:sldMkLst>
        <pc:spChg chg="del">
          <ac:chgData name="Nikos Piperigkos" userId="b361276a-3497-4fae-9245-3cd0ad5fb2cd" providerId="ADAL" clId="{DD14395B-025A-404E-AD68-10493B71DD8D}" dt="2025-01-08T09:16:11.048" v="85" actId="478"/>
          <ac:spMkLst>
            <pc:docMk/>
            <pc:sldMk cId="0" sldId="473"/>
            <ac:spMk id="74754" creationId="{D6F70519-B5BC-4214-A587-17664B401488}"/>
          </ac:spMkLst>
        </pc:spChg>
      </pc:sldChg>
      <pc:sldChg chg="del">
        <pc:chgData name="Nikos Piperigkos" userId="b361276a-3497-4fae-9245-3cd0ad5fb2cd" providerId="ADAL" clId="{DD14395B-025A-404E-AD68-10493B71DD8D}" dt="2025-01-08T09:13:37.806" v="54" actId="47"/>
        <pc:sldMkLst>
          <pc:docMk/>
          <pc:sldMk cId="0" sldId="474"/>
        </pc:sldMkLst>
      </pc:sldChg>
      <pc:sldChg chg="delSp">
        <pc:chgData name="Nikos Piperigkos" userId="b361276a-3497-4fae-9245-3cd0ad5fb2cd" providerId="ADAL" clId="{DD14395B-025A-404E-AD68-10493B71DD8D}" dt="2025-01-08T09:15:59.791" v="80" actId="478"/>
        <pc:sldMkLst>
          <pc:docMk/>
          <pc:sldMk cId="0" sldId="475"/>
        </pc:sldMkLst>
        <pc:spChg chg="del">
          <ac:chgData name="Nikos Piperigkos" userId="b361276a-3497-4fae-9245-3cd0ad5fb2cd" providerId="ADAL" clId="{DD14395B-025A-404E-AD68-10493B71DD8D}" dt="2025-01-08T09:15:59.791" v="80" actId="478"/>
          <ac:spMkLst>
            <pc:docMk/>
            <pc:sldMk cId="0" sldId="475"/>
            <ac:spMk id="64514" creationId="{0BA09FD8-98B2-408B-A03A-57FF5FB532DF}"/>
          </ac:spMkLst>
        </pc:spChg>
      </pc:sldChg>
      <pc:sldChg chg="del">
        <pc:chgData name="Nikos Piperigkos" userId="b361276a-3497-4fae-9245-3cd0ad5fb2cd" providerId="ADAL" clId="{DD14395B-025A-404E-AD68-10493B71DD8D}" dt="2025-01-08T09:12:23.195" v="50" actId="47"/>
        <pc:sldMkLst>
          <pc:docMk/>
          <pc:sldMk cId="0" sldId="476"/>
        </pc:sldMkLst>
      </pc:sldChg>
      <pc:sldChg chg="del">
        <pc:chgData name="Nikos Piperigkos" userId="b361276a-3497-4fae-9245-3cd0ad5fb2cd" providerId="ADAL" clId="{DD14395B-025A-404E-AD68-10493B71DD8D}" dt="2025-01-08T09:12:23.195" v="50" actId="47"/>
        <pc:sldMkLst>
          <pc:docMk/>
          <pc:sldMk cId="0" sldId="477"/>
        </pc:sldMkLst>
      </pc:sldChg>
      <pc:sldChg chg="del">
        <pc:chgData name="Nikos Piperigkos" userId="b361276a-3497-4fae-9245-3cd0ad5fb2cd" providerId="ADAL" clId="{DD14395B-025A-404E-AD68-10493B71DD8D}" dt="2025-01-08T09:12:23.195" v="50" actId="47"/>
        <pc:sldMkLst>
          <pc:docMk/>
          <pc:sldMk cId="0" sldId="478"/>
        </pc:sldMkLst>
      </pc:sldChg>
      <pc:sldChg chg="delSp">
        <pc:chgData name="Nikos Piperigkos" userId="b361276a-3497-4fae-9245-3cd0ad5fb2cd" providerId="ADAL" clId="{DD14395B-025A-404E-AD68-10493B71DD8D}" dt="2025-01-08T09:15:37.344" v="67" actId="478"/>
        <pc:sldMkLst>
          <pc:docMk/>
          <pc:sldMk cId="0" sldId="479"/>
        </pc:sldMkLst>
        <pc:spChg chg="del">
          <ac:chgData name="Nikos Piperigkos" userId="b361276a-3497-4fae-9245-3cd0ad5fb2cd" providerId="ADAL" clId="{DD14395B-025A-404E-AD68-10493B71DD8D}" dt="2025-01-08T09:15:37.344" v="67" actId="478"/>
          <ac:spMkLst>
            <pc:docMk/>
            <pc:sldMk cId="0" sldId="479"/>
            <ac:spMk id="50178" creationId="{5364BB72-FDE8-48C5-B7D1-70F6B48F5615}"/>
          </ac:spMkLst>
        </pc:spChg>
      </pc:sldChg>
      <pc:sldChg chg="del">
        <pc:chgData name="Nikos Piperigkos" userId="b361276a-3497-4fae-9245-3cd0ad5fb2cd" providerId="ADAL" clId="{DD14395B-025A-404E-AD68-10493B71DD8D}" dt="2025-01-08T09:13:48.036" v="55" actId="47"/>
        <pc:sldMkLst>
          <pc:docMk/>
          <pc:sldMk cId="0" sldId="481"/>
        </pc:sldMkLst>
      </pc:sldChg>
      <pc:sldChg chg="del">
        <pc:chgData name="Nikos Piperigkos" userId="b361276a-3497-4fae-9245-3cd0ad5fb2cd" providerId="ADAL" clId="{DD14395B-025A-404E-AD68-10493B71DD8D}" dt="2025-01-08T09:13:48.036" v="55" actId="47"/>
        <pc:sldMkLst>
          <pc:docMk/>
          <pc:sldMk cId="0" sldId="482"/>
        </pc:sldMkLst>
      </pc:sldChg>
      <pc:sldChg chg="delSp modSp mod modAnim">
        <pc:chgData name="Nikos Piperigkos" userId="b361276a-3497-4fae-9245-3cd0ad5fb2cd" providerId="ADAL" clId="{DD14395B-025A-404E-AD68-10493B71DD8D}" dt="2025-01-08T09:15:27.927" v="63" actId="478"/>
        <pc:sldMkLst>
          <pc:docMk/>
          <pc:sldMk cId="0" sldId="483"/>
        </pc:sldMkLst>
        <pc:spChg chg="del">
          <ac:chgData name="Nikos Piperigkos" userId="b361276a-3497-4fae-9245-3cd0ad5fb2cd" providerId="ADAL" clId="{DD14395B-025A-404E-AD68-10493B71DD8D}" dt="2025-01-08T09:15:27.927" v="63" actId="478"/>
          <ac:spMkLst>
            <pc:docMk/>
            <pc:sldMk cId="0" sldId="483"/>
            <ac:spMk id="23554" creationId="{37494154-4650-45F1-A73D-7B22F4ECC0D2}"/>
          </ac:spMkLst>
        </pc:spChg>
        <pc:spChg chg="mod">
          <ac:chgData name="Nikos Piperigkos" userId="b361276a-3497-4fae-9245-3cd0ad5fb2cd" providerId="ADAL" clId="{DD14395B-025A-404E-AD68-10493B71DD8D}" dt="2025-01-08T09:11:32.053" v="45" actId="20577"/>
          <ac:spMkLst>
            <pc:docMk/>
            <pc:sldMk cId="0" sldId="483"/>
            <ac:spMk id="552962" creationId="{AB5F7D06-6E57-48F3-88CC-FB0E6061A2F7}"/>
          </ac:spMkLst>
        </pc:spChg>
        <pc:spChg chg="mod">
          <ac:chgData name="Nikos Piperigkos" userId="b361276a-3497-4fae-9245-3cd0ad5fb2cd" providerId="ADAL" clId="{DD14395B-025A-404E-AD68-10493B71DD8D}" dt="2025-01-08T09:12:03.695" v="48" actId="404"/>
          <ac:spMkLst>
            <pc:docMk/>
            <pc:sldMk cId="0" sldId="483"/>
            <ac:spMk id="552963" creationId="{B161D65A-033B-4AAE-B785-51C0BBFB1DF1}"/>
          </ac:spMkLst>
        </pc:spChg>
      </pc:sldChg>
      <pc:sldChg chg="delSp modSp mod">
        <pc:chgData name="Nikos Piperigkos" userId="b361276a-3497-4fae-9245-3cd0ad5fb2cd" providerId="ADAL" clId="{DD14395B-025A-404E-AD68-10493B71DD8D}" dt="2025-01-08T09:16:06.180" v="83" actId="478"/>
        <pc:sldMkLst>
          <pc:docMk/>
          <pc:sldMk cId="0" sldId="484"/>
        </pc:sldMkLst>
        <pc:spChg chg="del">
          <ac:chgData name="Nikos Piperigkos" userId="b361276a-3497-4fae-9245-3cd0ad5fb2cd" providerId="ADAL" clId="{DD14395B-025A-404E-AD68-10493B71DD8D}" dt="2025-01-08T09:16:06.180" v="83" actId="478"/>
          <ac:spMkLst>
            <pc:docMk/>
            <pc:sldMk cId="0" sldId="484"/>
            <ac:spMk id="70658" creationId="{64AB91C1-2FD1-4D31-9B14-68F0D0225963}"/>
          </ac:spMkLst>
        </pc:spChg>
        <pc:spChg chg="mod">
          <ac:chgData name="Nikos Piperigkos" userId="b361276a-3497-4fae-9245-3cd0ad5fb2cd" providerId="ADAL" clId="{DD14395B-025A-404E-AD68-10493B71DD8D}" dt="2025-01-08T09:13:24.943" v="53" actId="20577"/>
          <ac:spMkLst>
            <pc:docMk/>
            <pc:sldMk cId="0" sldId="484"/>
            <ac:spMk id="568322" creationId="{AB408729-B419-49C7-9AF6-B5AE9B7F59E6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>
            <a:extLst>
              <a:ext uri="{FF2B5EF4-FFF2-40B4-BE49-F238E27FC236}">
                <a16:creationId xmlns:a16="http://schemas.microsoft.com/office/drawing/2014/main" id="{4DFFEBF9-F2B7-4D2D-B4FE-021905BAA983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0"/>
            <a:ext cx="3078095" cy="511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00131" tIns="50066" rIns="100131" bIns="50066" numCol="1" anchor="t" anchorCtr="0" compatLnSpc="1">
            <a:prstTxWarp prst="textNoShape">
              <a:avLst/>
            </a:prstTxWarp>
          </a:bodyPr>
          <a:lstStyle>
            <a:lvl1pPr algn="l" defTabSz="1002071" eaLnBrk="1" hangingPunct="1">
              <a:spcBef>
                <a:spcPct val="0"/>
              </a:spcBef>
              <a:buClrTx/>
              <a:buSzTx/>
              <a:buFontTx/>
              <a:buNone/>
              <a:defRPr sz="13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3795" name="Rectangle 3">
            <a:extLst>
              <a:ext uri="{FF2B5EF4-FFF2-40B4-BE49-F238E27FC236}">
                <a16:creationId xmlns:a16="http://schemas.microsoft.com/office/drawing/2014/main" id="{5B9AB8D0-87BE-42EF-AED1-D3032AA8B74E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25969" y="0"/>
            <a:ext cx="3078094" cy="511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00131" tIns="50066" rIns="100131" bIns="50066" numCol="1" anchor="t" anchorCtr="0" compatLnSpc="1">
            <a:prstTxWarp prst="textNoShape">
              <a:avLst/>
            </a:prstTxWarp>
          </a:bodyPr>
          <a:lstStyle>
            <a:lvl1pPr algn="r" defTabSz="1002071" eaLnBrk="1" hangingPunct="1">
              <a:spcBef>
                <a:spcPct val="0"/>
              </a:spcBef>
              <a:buClrTx/>
              <a:buSzTx/>
              <a:buFontTx/>
              <a:buNone/>
              <a:defRPr sz="13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3796" name="Rectangle 4">
            <a:extLst>
              <a:ext uri="{FF2B5EF4-FFF2-40B4-BE49-F238E27FC236}">
                <a16:creationId xmlns:a16="http://schemas.microsoft.com/office/drawing/2014/main" id="{F62A9607-0E17-4526-A7AD-4BBFE0FC5DC1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1" y="9723538"/>
            <a:ext cx="3078095" cy="511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00131" tIns="50066" rIns="100131" bIns="50066" numCol="1" anchor="b" anchorCtr="0" compatLnSpc="1">
            <a:prstTxWarp prst="textNoShape">
              <a:avLst/>
            </a:prstTxWarp>
          </a:bodyPr>
          <a:lstStyle>
            <a:lvl1pPr algn="l" defTabSz="1002071" eaLnBrk="1" hangingPunct="1">
              <a:spcBef>
                <a:spcPct val="0"/>
              </a:spcBef>
              <a:buClrTx/>
              <a:buSzTx/>
              <a:buFontTx/>
              <a:buNone/>
              <a:defRPr sz="13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3797" name="Rectangle 5">
            <a:extLst>
              <a:ext uri="{FF2B5EF4-FFF2-40B4-BE49-F238E27FC236}">
                <a16:creationId xmlns:a16="http://schemas.microsoft.com/office/drawing/2014/main" id="{309F978F-2D34-4E32-B1AC-9376E43F9E98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25969" y="9723538"/>
            <a:ext cx="3078094" cy="511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00131" tIns="50066" rIns="100131" bIns="50066" numCol="1" anchor="b" anchorCtr="0" compatLnSpc="1">
            <a:prstTxWarp prst="textNoShape">
              <a:avLst/>
            </a:prstTxWarp>
          </a:bodyPr>
          <a:lstStyle>
            <a:lvl1pPr algn="r" defTabSz="1002071" eaLnBrk="1" hangingPunct="1">
              <a:spcBef>
                <a:spcPct val="0"/>
              </a:spcBef>
              <a:buClrTx/>
              <a:buSzTx/>
              <a:buFontTx/>
              <a:buNone/>
              <a:defRPr sz="1300"/>
            </a:lvl1pPr>
          </a:lstStyle>
          <a:p>
            <a:pPr>
              <a:defRPr/>
            </a:pPr>
            <a:fld id="{C48A442D-6983-4228-99B8-E7AA85C26571}" type="slidenum">
              <a:rPr lang="en-GB" altLang="el-GR"/>
              <a:pPr>
                <a:defRPr/>
              </a:pPr>
              <a:t>‹#›</a:t>
            </a:fld>
            <a:endParaRPr lang="en-GB" altLang="el-GR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2">
            <a:extLst>
              <a:ext uri="{FF2B5EF4-FFF2-40B4-BE49-F238E27FC236}">
                <a16:creationId xmlns:a16="http://schemas.microsoft.com/office/drawing/2014/main" id="{4967E96A-3D49-4EA7-AC70-57F12D0C4471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9758" cy="5045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814" tIns="47908" rIns="95814" bIns="47908" numCol="1" anchor="t" anchorCtr="0" compatLnSpc="1">
            <a:prstTxWarp prst="textNoShape">
              <a:avLst/>
            </a:prstTxWarp>
          </a:bodyPr>
          <a:lstStyle>
            <a:lvl1pPr algn="l" defTabSz="957571" eaLnBrk="1" hangingPunct="1">
              <a:spcBef>
                <a:spcPct val="0"/>
              </a:spcBef>
              <a:buClrTx/>
              <a:buSzTx/>
              <a:buFontTx/>
              <a:buNone/>
              <a:defRPr sz="12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8067" name="Rectangle 3">
            <a:extLst>
              <a:ext uri="{FF2B5EF4-FFF2-40B4-BE49-F238E27FC236}">
                <a16:creationId xmlns:a16="http://schemas.microsoft.com/office/drawing/2014/main" id="{E778F3B7-3211-4675-A268-04160CF9E1A8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4024305" y="0"/>
            <a:ext cx="3079758" cy="5045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814" tIns="47908" rIns="95814" bIns="47908" numCol="1" anchor="t" anchorCtr="0" compatLnSpc="1">
            <a:prstTxWarp prst="textNoShape">
              <a:avLst/>
            </a:prstTxWarp>
          </a:bodyPr>
          <a:lstStyle>
            <a:lvl1pPr algn="r" defTabSz="957571" eaLnBrk="1" hangingPunct="1">
              <a:spcBef>
                <a:spcPct val="0"/>
              </a:spcBef>
              <a:buClrTx/>
              <a:buSzTx/>
              <a:buFontTx/>
              <a:buNone/>
              <a:defRPr sz="12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4FD41C13-E588-4256-90DB-4B776B1CA084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79488" y="755650"/>
            <a:ext cx="5145087" cy="3859213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8069" name="Rectangle 5">
            <a:extLst>
              <a:ext uri="{FF2B5EF4-FFF2-40B4-BE49-F238E27FC236}">
                <a16:creationId xmlns:a16="http://schemas.microsoft.com/office/drawing/2014/main" id="{4C6EDA6D-F836-480D-90DF-8F22B3615220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47874" y="4866684"/>
            <a:ext cx="5208316" cy="46127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814" tIns="47908" rIns="95814" bIns="4790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sp>
        <p:nvSpPr>
          <p:cNvPr id="88070" name="Rectangle 6">
            <a:extLst>
              <a:ext uri="{FF2B5EF4-FFF2-40B4-BE49-F238E27FC236}">
                <a16:creationId xmlns:a16="http://schemas.microsoft.com/office/drawing/2014/main" id="{C756BC74-42E6-4287-B8F8-9ADA88F529C5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30090"/>
            <a:ext cx="3079758" cy="5045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814" tIns="47908" rIns="95814" bIns="47908" numCol="1" anchor="b" anchorCtr="0" compatLnSpc="1">
            <a:prstTxWarp prst="textNoShape">
              <a:avLst/>
            </a:prstTxWarp>
          </a:bodyPr>
          <a:lstStyle>
            <a:lvl1pPr algn="l" defTabSz="957571" eaLnBrk="1" hangingPunct="1">
              <a:spcBef>
                <a:spcPct val="0"/>
              </a:spcBef>
              <a:buClrTx/>
              <a:buSzTx/>
              <a:buFontTx/>
              <a:buNone/>
              <a:defRPr sz="12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8071" name="Rectangle 7">
            <a:extLst>
              <a:ext uri="{FF2B5EF4-FFF2-40B4-BE49-F238E27FC236}">
                <a16:creationId xmlns:a16="http://schemas.microsoft.com/office/drawing/2014/main" id="{7EC32F14-29B0-4034-A51C-9B53A622F78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4305" y="9730090"/>
            <a:ext cx="3079758" cy="5045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814" tIns="47908" rIns="95814" bIns="47908" numCol="1" anchor="b" anchorCtr="0" compatLnSpc="1">
            <a:prstTxWarp prst="textNoShape">
              <a:avLst/>
            </a:prstTxWarp>
          </a:bodyPr>
          <a:lstStyle>
            <a:lvl1pPr algn="r" defTabSz="957571" eaLnBrk="1" hangingPunct="1">
              <a:spcBef>
                <a:spcPct val="0"/>
              </a:spcBef>
              <a:buClrTx/>
              <a:buSzTx/>
              <a:buFontTx/>
              <a:buNone/>
              <a:defRPr sz="1200"/>
            </a:lvl1pPr>
          </a:lstStyle>
          <a:p>
            <a:pPr>
              <a:defRPr/>
            </a:pPr>
            <a:fld id="{728CE5CD-BA23-46B2-9025-557E737BCFD2}" type="slidenum">
              <a:rPr lang="en-GB" altLang="el-GR"/>
              <a:pPr>
                <a:defRPr/>
              </a:pPr>
              <a:t>‹#›</a:t>
            </a:fld>
            <a:endParaRPr lang="en-GB" altLang="el-G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ahoma" pitchFamily="3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ahoma" pitchFamily="3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ahoma" pitchFamily="34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ahoma" pitchFamily="34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ahoma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Image Placeholder 1">
            <a:extLst>
              <a:ext uri="{FF2B5EF4-FFF2-40B4-BE49-F238E27FC236}">
                <a16:creationId xmlns:a16="http://schemas.microsoft.com/office/drawing/2014/main" id="{D9F788BB-8F2A-4003-81D3-0BBB4FB6160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7" name="Notes Placeholder 2">
            <a:extLst>
              <a:ext uri="{FF2B5EF4-FFF2-40B4-BE49-F238E27FC236}">
                <a16:creationId xmlns:a16="http://schemas.microsoft.com/office/drawing/2014/main" id="{0987669E-5984-4FB8-9ED3-BEFE5FC3C0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l-GR" altLang="el-GR"/>
          </a:p>
        </p:txBody>
      </p:sp>
      <p:sp>
        <p:nvSpPr>
          <p:cNvPr id="6148" name="Slide Number Placeholder 3">
            <a:extLst>
              <a:ext uri="{FF2B5EF4-FFF2-40B4-BE49-F238E27FC236}">
                <a16:creationId xmlns:a16="http://schemas.microsoft.com/office/drawing/2014/main" id="{F5C3529C-9855-4B74-899C-CD6D53EF2C4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57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71331" indent="-296666" defTabSz="95757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86663" indent="-237333" defTabSz="95757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61328" indent="-237333" defTabSz="95757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135993" indent="-237333" defTabSz="95757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610658" indent="-237333" defTabSz="95757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3085323" indent="-237333" defTabSz="95757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559988" indent="-237333" defTabSz="95757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4034653" indent="-237333" defTabSz="95757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F37912FD-0E9D-432B-9CD3-198AECF07F52}" type="slidenum">
              <a:rPr kumimoji="0" lang="en-GB" altLang="el-GR" smtClean="0"/>
              <a:pPr>
                <a:spcBef>
                  <a:spcPct val="0"/>
                </a:spcBef>
              </a:pPr>
              <a:t>1</a:t>
            </a:fld>
            <a:endParaRPr kumimoji="0" lang="en-GB" altLang="el-GR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Slide Image Placeholder 1">
            <a:extLst>
              <a:ext uri="{FF2B5EF4-FFF2-40B4-BE49-F238E27FC236}">
                <a16:creationId xmlns:a16="http://schemas.microsoft.com/office/drawing/2014/main" id="{A6CE3E33-7B4C-497D-9061-69240FA3789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5" name="Notes Placeholder 2">
            <a:extLst>
              <a:ext uri="{FF2B5EF4-FFF2-40B4-BE49-F238E27FC236}">
                <a16:creationId xmlns:a16="http://schemas.microsoft.com/office/drawing/2014/main" id="{119CC70D-6BD6-4D02-9744-A45A7D3A66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l-GR" altLang="el-GR"/>
          </a:p>
        </p:txBody>
      </p:sp>
      <p:sp>
        <p:nvSpPr>
          <p:cNvPr id="8196" name="Slide Number Placeholder 3">
            <a:extLst>
              <a:ext uri="{FF2B5EF4-FFF2-40B4-BE49-F238E27FC236}">
                <a16:creationId xmlns:a16="http://schemas.microsoft.com/office/drawing/2014/main" id="{DE04343C-CA0E-4936-866D-BF19D60A66E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57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71331" indent="-296666" defTabSz="95757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86663" indent="-237333" defTabSz="95757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61328" indent="-237333" defTabSz="95757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135993" indent="-237333" defTabSz="95757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610658" indent="-237333" defTabSz="95757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3085323" indent="-237333" defTabSz="95757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559988" indent="-237333" defTabSz="95757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4034653" indent="-237333" defTabSz="95757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E8A9E183-42FF-40B2-9F9D-EC9A9DDB6835}" type="slidenum">
              <a:rPr kumimoji="0" lang="en-GB" altLang="el-GR" smtClean="0"/>
              <a:pPr>
                <a:spcBef>
                  <a:spcPct val="0"/>
                </a:spcBef>
              </a:pPr>
              <a:t>2</a:t>
            </a:fld>
            <a:endParaRPr kumimoji="0" lang="en-GB" altLang="el-GR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Slide Image Placeholder 1">
            <a:extLst>
              <a:ext uri="{FF2B5EF4-FFF2-40B4-BE49-F238E27FC236}">
                <a16:creationId xmlns:a16="http://schemas.microsoft.com/office/drawing/2014/main" id="{B4029048-EE41-4B5C-B478-B1C885D7B27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3" name="Notes Placeholder 2">
            <a:extLst>
              <a:ext uri="{FF2B5EF4-FFF2-40B4-BE49-F238E27FC236}">
                <a16:creationId xmlns:a16="http://schemas.microsoft.com/office/drawing/2014/main" id="{00B984A7-62B0-4551-93B5-D3B3D600A4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l-GR" altLang="el-GR"/>
          </a:p>
        </p:txBody>
      </p:sp>
      <p:sp>
        <p:nvSpPr>
          <p:cNvPr id="10244" name="Slide Number Placeholder 3">
            <a:extLst>
              <a:ext uri="{FF2B5EF4-FFF2-40B4-BE49-F238E27FC236}">
                <a16:creationId xmlns:a16="http://schemas.microsoft.com/office/drawing/2014/main" id="{4C7934B5-3674-4E42-816C-819715ACA3B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57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71331" indent="-296666" defTabSz="95757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86663" indent="-237333" defTabSz="95757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61328" indent="-237333" defTabSz="95757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135993" indent="-237333" defTabSz="95757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610658" indent="-237333" defTabSz="95757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3085323" indent="-237333" defTabSz="95757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559988" indent="-237333" defTabSz="95757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4034653" indent="-237333" defTabSz="95757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36E7DD4C-9CE1-48ED-83F2-CFEF01B6205A}" type="slidenum">
              <a:rPr kumimoji="0" lang="en-GB" altLang="el-GR" smtClean="0"/>
              <a:pPr>
                <a:spcBef>
                  <a:spcPct val="0"/>
                </a:spcBef>
              </a:pPr>
              <a:t>3</a:t>
            </a:fld>
            <a:endParaRPr kumimoji="0" lang="en-GB" altLang="el-GR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Slide Image Placeholder 1">
            <a:extLst>
              <a:ext uri="{FF2B5EF4-FFF2-40B4-BE49-F238E27FC236}">
                <a16:creationId xmlns:a16="http://schemas.microsoft.com/office/drawing/2014/main" id="{4CBFA74E-8B1B-44AD-894B-5D1447B82BE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1" name="Notes Placeholder 2">
            <a:extLst>
              <a:ext uri="{FF2B5EF4-FFF2-40B4-BE49-F238E27FC236}">
                <a16:creationId xmlns:a16="http://schemas.microsoft.com/office/drawing/2014/main" id="{32774F30-B272-4BB7-887A-8BBD83DC05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l-GR" altLang="el-GR" dirty="0"/>
          </a:p>
        </p:txBody>
      </p:sp>
      <p:sp>
        <p:nvSpPr>
          <p:cNvPr id="12292" name="Slide Number Placeholder 3">
            <a:extLst>
              <a:ext uri="{FF2B5EF4-FFF2-40B4-BE49-F238E27FC236}">
                <a16:creationId xmlns:a16="http://schemas.microsoft.com/office/drawing/2014/main" id="{C8A4B453-2FB2-44E9-8976-6B3DE399413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57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71331" indent="-296666" defTabSz="95757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86663" indent="-237333" defTabSz="95757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61328" indent="-237333" defTabSz="95757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135993" indent="-237333" defTabSz="95757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610658" indent="-237333" defTabSz="95757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3085323" indent="-237333" defTabSz="95757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559988" indent="-237333" defTabSz="95757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4034653" indent="-237333" defTabSz="95757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A846FCC6-4A86-4D3A-A23F-E6633A367BE4}" type="slidenum">
              <a:rPr kumimoji="0" lang="en-GB" altLang="el-GR" smtClean="0"/>
              <a:pPr>
                <a:spcBef>
                  <a:spcPct val="0"/>
                </a:spcBef>
              </a:pPr>
              <a:t>4</a:t>
            </a:fld>
            <a:endParaRPr kumimoji="0" lang="en-GB" altLang="el-GR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Slide Image Placeholder 1">
            <a:extLst>
              <a:ext uri="{FF2B5EF4-FFF2-40B4-BE49-F238E27FC236}">
                <a16:creationId xmlns:a16="http://schemas.microsoft.com/office/drawing/2014/main" id="{EEAF82C2-7E31-42EC-8990-4861417867C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39" name="Notes Placeholder 2">
            <a:extLst>
              <a:ext uri="{FF2B5EF4-FFF2-40B4-BE49-F238E27FC236}">
                <a16:creationId xmlns:a16="http://schemas.microsoft.com/office/drawing/2014/main" id="{3FEDEA10-BE93-466D-B495-45024991CF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l-GR" altLang="el-GR"/>
          </a:p>
        </p:txBody>
      </p:sp>
      <p:sp>
        <p:nvSpPr>
          <p:cNvPr id="14340" name="Slide Number Placeholder 3">
            <a:extLst>
              <a:ext uri="{FF2B5EF4-FFF2-40B4-BE49-F238E27FC236}">
                <a16:creationId xmlns:a16="http://schemas.microsoft.com/office/drawing/2014/main" id="{EADF9A4D-29F8-4C79-8B51-76A4DF283EC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57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71331" indent="-296666" defTabSz="95757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86663" indent="-237333" defTabSz="95757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61328" indent="-237333" defTabSz="95757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135993" indent="-237333" defTabSz="95757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610658" indent="-237333" defTabSz="95757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3085323" indent="-237333" defTabSz="95757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559988" indent="-237333" defTabSz="95757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4034653" indent="-237333" defTabSz="95757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63404D25-0EB9-4956-935E-8F40EF23AB41}" type="slidenum">
              <a:rPr kumimoji="0" lang="en-GB" altLang="el-GR" smtClean="0"/>
              <a:pPr>
                <a:spcBef>
                  <a:spcPct val="0"/>
                </a:spcBef>
              </a:pPr>
              <a:t>5</a:t>
            </a:fld>
            <a:endParaRPr kumimoji="0" lang="en-GB" altLang="el-GR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Slide Image Placeholder 1">
            <a:extLst>
              <a:ext uri="{FF2B5EF4-FFF2-40B4-BE49-F238E27FC236}">
                <a16:creationId xmlns:a16="http://schemas.microsoft.com/office/drawing/2014/main" id="{6E35E609-49C2-4049-A989-A6370D50D22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7" name="Notes Placeholder 2">
            <a:extLst>
              <a:ext uri="{FF2B5EF4-FFF2-40B4-BE49-F238E27FC236}">
                <a16:creationId xmlns:a16="http://schemas.microsoft.com/office/drawing/2014/main" id="{508847B3-9EAD-4620-B16F-6DF86EF4A0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l-GR" altLang="el-GR"/>
          </a:p>
        </p:txBody>
      </p:sp>
      <p:sp>
        <p:nvSpPr>
          <p:cNvPr id="16388" name="Slide Number Placeholder 3">
            <a:extLst>
              <a:ext uri="{FF2B5EF4-FFF2-40B4-BE49-F238E27FC236}">
                <a16:creationId xmlns:a16="http://schemas.microsoft.com/office/drawing/2014/main" id="{4860874B-EDD1-4890-A3BB-D42836692B1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57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71331" indent="-296666" defTabSz="95757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86663" indent="-237333" defTabSz="95757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61328" indent="-237333" defTabSz="95757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135993" indent="-237333" defTabSz="95757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610658" indent="-237333" defTabSz="95757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3085323" indent="-237333" defTabSz="95757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559988" indent="-237333" defTabSz="95757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4034653" indent="-237333" defTabSz="95757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A303F7B7-A881-48D1-A3D2-FA0F46CA9D3A}" type="slidenum">
              <a:rPr kumimoji="0" lang="en-GB" altLang="el-GR" smtClean="0"/>
              <a:pPr>
                <a:spcBef>
                  <a:spcPct val="0"/>
                </a:spcBef>
              </a:pPr>
              <a:t>6</a:t>
            </a:fld>
            <a:endParaRPr kumimoji="0" lang="en-GB" altLang="el-GR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Slide Image Placeholder 1">
            <a:extLst>
              <a:ext uri="{FF2B5EF4-FFF2-40B4-BE49-F238E27FC236}">
                <a16:creationId xmlns:a16="http://schemas.microsoft.com/office/drawing/2014/main" id="{CBBA4CED-B52E-414C-9A19-66CCB28D51A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5" name="Notes Placeholder 2">
            <a:extLst>
              <a:ext uri="{FF2B5EF4-FFF2-40B4-BE49-F238E27FC236}">
                <a16:creationId xmlns:a16="http://schemas.microsoft.com/office/drawing/2014/main" id="{892791A3-7D09-46BD-AD06-5643145F2D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l-GR" altLang="el-GR"/>
          </a:p>
        </p:txBody>
      </p:sp>
      <p:sp>
        <p:nvSpPr>
          <p:cNvPr id="18436" name="Slide Number Placeholder 3">
            <a:extLst>
              <a:ext uri="{FF2B5EF4-FFF2-40B4-BE49-F238E27FC236}">
                <a16:creationId xmlns:a16="http://schemas.microsoft.com/office/drawing/2014/main" id="{01302421-E6D6-4775-B513-68BD6079E85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57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71331" indent="-296666" defTabSz="95757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86663" indent="-237333" defTabSz="95757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61328" indent="-237333" defTabSz="95757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135993" indent="-237333" defTabSz="95757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610658" indent="-237333" defTabSz="95757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3085323" indent="-237333" defTabSz="95757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559988" indent="-237333" defTabSz="95757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4034653" indent="-237333" defTabSz="95757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16C7D29D-38BC-42F9-84EA-C4FBB16BAE8B}" type="slidenum">
              <a:rPr kumimoji="0" lang="en-GB" altLang="el-GR" smtClean="0"/>
              <a:pPr>
                <a:spcBef>
                  <a:spcPct val="0"/>
                </a:spcBef>
              </a:pPr>
              <a:t>7</a:t>
            </a:fld>
            <a:endParaRPr kumimoji="0" lang="en-GB" altLang="el-GR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Slide Image Placeholder 1">
            <a:extLst>
              <a:ext uri="{FF2B5EF4-FFF2-40B4-BE49-F238E27FC236}">
                <a16:creationId xmlns:a16="http://schemas.microsoft.com/office/drawing/2014/main" id="{31923E4D-124E-4142-A474-4A329DCAFC8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3" name="Notes Placeholder 2">
            <a:extLst>
              <a:ext uri="{FF2B5EF4-FFF2-40B4-BE49-F238E27FC236}">
                <a16:creationId xmlns:a16="http://schemas.microsoft.com/office/drawing/2014/main" id="{B91ED495-922F-4EDC-A5A7-5FABC68F14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l-GR" altLang="el-GR"/>
          </a:p>
        </p:txBody>
      </p:sp>
      <p:sp>
        <p:nvSpPr>
          <p:cNvPr id="20484" name="Slide Number Placeholder 3">
            <a:extLst>
              <a:ext uri="{FF2B5EF4-FFF2-40B4-BE49-F238E27FC236}">
                <a16:creationId xmlns:a16="http://schemas.microsoft.com/office/drawing/2014/main" id="{D0D15A6F-3E26-4BEF-ACD9-6A856BC7361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57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71331" indent="-296666" defTabSz="95757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86663" indent="-237333" defTabSz="95757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61328" indent="-237333" defTabSz="95757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135993" indent="-237333" defTabSz="95757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610658" indent="-237333" defTabSz="95757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3085323" indent="-237333" defTabSz="95757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559988" indent="-237333" defTabSz="95757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4034653" indent="-237333" defTabSz="95757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DCBCF403-D5DA-49F9-9833-C549DBDCF4E3}" type="slidenum">
              <a:rPr kumimoji="0" lang="en-GB" altLang="el-GR" smtClean="0"/>
              <a:pPr>
                <a:spcBef>
                  <a:spcPct val="0"/>
                </a:spcBef>
              </a:pPr>
              <a:t>8</a:t>
            </a:fld>
            <a:endParaRPr kumimoji="0" lang="en-GB" altLang="el-GR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Slide Image Placeholder 1">
            <a:extLst>
              <a:ext uri="{FF2B5EF4-FFF2-40B4-BE49-F238E27FC236}">
                <a16:creationId xmlns:a16="http://schemas.microsoft.com/office/drawing/2014/main" id="{A15CD788-750A-44C6-BC97-EE1D9F7732D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79" name="Notes Placeholder 2">
            <a:extLst>
              <a:ext uri="{FF2B5EF4-FFF2-40B4-BE49-F238E27FC236}">
                <a16:creationId xmlns:a16="http://schemas.microsoft.com/office/drawing/2014/main" id="{D9F5DD61-6418-4041-89F1-03674307A5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l-GR" altLang="el-GR" dirty="0"/>
          </a:p>
        </p:txBody>
      </p:sp>
      <p:sp>
        <p:nvSpPr>
          <p:cNvPr id="24580" name="Slide Number Placeholder 3">
            <a:extLst>
              <a:ext uri="{FF2B5EF4-FFF2-40B4-BE49-F238E27FC236}">
                <a16:creationId xmlns:a16="http://schemas.microsoft.com/office/drawing/2014/main" id="{90F289A1-B8D8-4659-B533-F35BEA73F7C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57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71331" indent="-296666" defTabSz="95757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86663" indent="-237333" defTabSz="95757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61328" indent="-237333" defTabSz="95757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135993" indent="-237333" defTabSz="95757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610658" indent="-237333" defTabSz="95757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3085323" indent="-237333" defTabSz="95757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559988" indent="-237333" defTabSz="95757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4034653" indent="-237333" defTabSz="95757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AD707CB3-B22B-496B-B411-D7DA19A65450}" type="slidenum">
              <a:rPr kumimoji="0" lang="en-GB" altLang="el-GR" smtClean="0"/>
              <a:pPr>
                <a:spcBef>
                  <a:spcPct val="0"/>
                </a:spcBef>
              </a:pPr>
              <a:t>9</a:t>
            </a:fld>
            <a:endParaRPr kumimoji="0" lang="en-GB" altLang="el-GR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Slide Image Placeholder 1">
            <a:extLst>
              <a:ext uri="{FF2B5EF4-FFF2-40B4-BE49-F238E27FC236}">
                <a16:creationId xmlns:a16="http://schemas.microsoft.com/office/drawing/2014/main" id="{4B085FB4-8FF0-4C14-ABAA-CF4C41A9C02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7" name="Notes Placeholder 2">
            <a:extLst>
              <a:ext uri="{FF2B5EF4-FFF2-40B4-BE49-F238E27FC236}">
                <a16:creationId xmlns:a16="http://schemas.microsoft.com/office/drawing/2014/main" id="{0BF714C5-D460-4B70-BB00-95BDFF98D7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l-GR" altLang="el-GR" dirty="0"/>
          </a:p>
        </p:txBody>
      </p:sp>
      <p:sp>
        <p:nvSpPr>
          <p:cNvPr id="26628" name="Slide Number Placeholder 3">
            <a:extLst>
              <a:ext uri="{FF2B5EF4-FFF2-40B4-BE49-F238E27FC236}">
                <a16:creationId xmlns:a16="http://schemas.microsoft.com/office/drawing/2014/main" id="{91F05F9B-3017-4989-8DB2-9D4C269EF8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57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71331" indent="-296666" defTabSz="95757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86663" indent="-237333" defTabSz="95757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61328" indent="-237333" defTabSz="95757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135993" indent="-237333" defTabSz="95757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610658" indent="-237333" defTabSz="95757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3085323" indent="-237333" defTabSz="95757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559988" indent="-237333" defTabSz="95757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4034653" indent="-237333" defTabSz="95757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BFBA9036-81D9-4840-8836-DBA55E11EF82}" type="slidenum">
              <a:rPr kumimoji="0" lang="en-GB" altLang="el-GR" smtClean="0"/>
              <a:pPr>
                <a:spcBef>
                  <a:spcPct val="0"/>
                </a:spcBef>
              </a:pPr>
              <a:t>10</a:t>
            </a:fld>
            <a:endParaRPr kumimoji="0" lang="en-GB" altLang="el-GR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Slide Image Placeholder 1">
            <a:extLst>
              <a:ext uri="{FF2B5EF4-FFF2-40B4-BE49-F238E27FC236}">
                <a16:creationId xmlns:a16="http://schemas.microsoft.com/office/drawing/2014/main" id="{750C5124-B056-481D-87B3-818264FB042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5" name="Notes Placeholder 2">
            <a:extLst>
              <a:ext uri="{FF2B5EF4-FFF2-40B4-BE49-F238E27FC236}">
                <a16:creationId xmlns:a16="http://schemas.microsoft.com/office/drawing/2014/main" id="{40FE60E6-3722-4E1D-9247-57F5D87D30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l-GR" altLang="el-GR"/>
          </a:p>
        </p:txBody>
      </p:sp>
      <p:sp>
        <p:nvSpPr>
          <p:cNvPr id="28676" name="Slide Number Placeholder 3">
            <a:extLst>
              <a:ext uri="{FF2B5EF4-FFF2-40B4-BE49-F238E27FC236}">
                <a16:creationId xmlns:a16="http://schemas.microsoft.com/office/drawing/2014/main" id="{4B99A35E-3FE9-4C0D-B729-E71B7CB52AF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57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71331" indent="-296666" defTabSz="95757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86663" indent="-237333" defTabSz="95757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61328" indent="-237333" defTabSz="95757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135993" indent="-237333" defTabSz="95757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610658" indent="-237333" defTabSz="95757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3085323" indent="-237333" defTabSz="95757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559988" indent="-237333" defTabSz="95757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4034653" indent="-237333" defTabSz="95757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1AC28CB3-572E-46F0-858E-F3AAC55B0F7E}" type="slidenum">
              <a:rPr kumimoji="0" lang="en-GB" altLang="el-GR" smtClean="0"/>
              <a:pPr>
                <a:spcBef>
                  <a:spcPct val="0"/>
                </a:spcBef>
              </a:pPr>
              <a:t>11</a:t>
            </a:fld>
            <a:endParaRPr kumimoji="0" lang="en-GB" altLang="el-GR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Slide Image Placeholder 1">
            <a:extLst>
              <a:ext uri="{FF2B5EF4-FFF2-40B4-BE49-F238E27FC236}">
                <a16:creationId xmlns:a16="http://schemas.microsoft.com/office/drawing/2014/main" id="{8B7F5585-1BD2-4022-8004-7CBAA4FC839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3" name="Notes Placeholder 2">
            <a:extLst>
              <a:ext uri="{FF2B5EF4-FFF2-40B4-BE49-F238E27FC236}">
                <a16:creationId xmlns:a16="http://schemas.microsoft.com/office/drawing/2014/main" id="{4DD9E92D-3AD0-433A-B102-A3BC87A4B4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l-GR" altLang="el-GR" dirty="0"/>
          </a:p>
        </p:txBody>
      </p:sp>
      <p:sp>
        <p:nvSpPr>
          <p:cNvPr id="30724" name="Slide Number Placeholder 3">
            <a:extLst>
              <a:ext uri="{FF2B5EF4-FFF2-40B4-BE49-F238E27FC236}">
                <a16:creationId xmlns:a16="http://schemas.microsoft.com/office/drawing/2014/main" id="{6D0EFE14-6544-4930-A9E5-941621DDA3D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57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71331" indent="-296666" defTabSz="95757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86663" indent="-237333" defTabSz="95757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61328" indent="-237333" defTabSz="95757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135993" indent="-237333" defTabSz="95757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610658" indent="-237333" defTabSz="95757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3085323" indent="-237333" defTabSz="95757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559988" indent="-237333" defTabSz="95757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4034653" indent="-237333" defTabSz="95757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F68D0D84-E202-460B-B405-1598365F7DCD}" type="slidenum">
              <a:rPr kumimoji="0" lang="en-GB" altLang="el-GR" smtClean="0"/>
              <a:pPr>
                <a:spcBef>
                  <a:spcPct val="0"/>
                </a:spcBef>
              </a:pPr>
              <a:t>12</a:t>
            </a:fld>
            <a:endParaRPr kumimoji="0" lang="en-GB" altLang="el-GR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Slide Image Placeholder 1">
            <a:extLst>
              <a:ext uri="{FF2B5EF4-FFF2-40B4-BE49-F238E27FC236}">
                <a16:creationId xmlns:a16="http://schemas.microsoft.com/office/drawing/2014/main" id="{E39A5A8A-7B59-4248-ADE7-95A2022AABC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03" name="Notes Placeholder 2">
            <a:extLst>
              <a:ext uri="{FF2B5EF4-FFF2-40B4-BE49-F238E27FC236}">
                <a16:creationId xmlns:a16="http://schemas.microsoft.com/office/drawing/2014/main" id="{71F112BB-1993-47D6-B756-CAE1BE5154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l-GR" altLang="el-GR"/>
          </a:p>
        </p:txBody>
      </p:sp>
      <p:sp>
        <p:nvSpPr>
          <p:cNvPr id="51204" name="Slide Number Placeholder 3">
            <a:extLst>
              <a:ext uri="{FF2B5EF4-FFF2-40B4-BE49-F238E27FC236}">
                <a16:creationId xmlns:a16="http://schemas.microsoft.com/office/drawing/2014/main" id="{E029D9EC-2B5B-400A-8FCB-59D0114DB61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57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71331" indent="-296666" defTabSz="95757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86663" indent="-237333" defTabSz="95757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61328" indent="-237333" defTabSz="95757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135993" indent="-237333" defTabSz="95757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610658" indent="-237333" defTabSz="95757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3085323" indent="-237333" defTabSz="95757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559988" indent="-237333" defTabSz="95757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4034653" indent="-237333" defTabSz="95757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4ED03F61-6DD0-4ED3-AD04-2D8A0F00CEAD}" type="slidenum">
              <a:rPr kumimoji="0" lang="en-GB" altLang="el-GR" smtClean="0"/>
              <a:pPr>
                <a:spcBef>
                  <a:spcPct val="0"/>
                </a:spcBef>
              </a:pPr>
              <a:t>13</a:t>
            </a:fld>
            <a:endParaRPr kumimoji="0" lang="en-GB" altLang="el-GR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Slide Image Placeholder 1">
            <a:extLst>
              <a:ext uri="{FF2B5EF4-FFF2-40B4-BE49-F238E27FC236}">
                <a16:creationId xmlns:a16="http://schemas.microsoft.com/office/drawing/2014/main" id="{DA35A6B0-2620-44C4-A114-9A57A7DC977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251" name="Notes Placeholder 2">
            <a:extLst>
              <a:ext uri="{FF2B5EF4-FFF2-40B4-BE49-F238E27FC236}">
                <a16:creationId xmlns:a16="http://schemas.microsoft.com/office/drawing/2014/main" id="{79F965F9-218C-43EC-B665-CDAE573FA1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l-GR" altLang="el-GR"/>
          </a:p>
        </p:txBody>
      </p:sp>
      <p:sp>
        <p:nvSpPr>
          <p:cNvPr id="53252" name="Slide Number Placeholder 3">
            <a:extLst>
              <a:ext uri="{FF2B5EF4-FFF2-40B4-BE49-F238E27FC236}">
                <a16:creationId xmlns:a16="http://schemas.microsoft.com/office/drawing/2014/main" id="{8ACDE314-59B8-4B45-814B-AA5B8D2F394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57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71331" indent="-296666" defTabSz="95757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86663" indent="-237333" defTabSz="95757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61328" indent="-237333" defTabSz="95757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135993" indent="-237333" defTabSz="95757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610658" indent="-237333" defTabSz="95757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3085323" indent="-237333" defTabSz="95757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559988" indent="-237333" defTabSz="95757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4034653" indent="-237333" defTabSz="95757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7E2F60C0-0560-416D-9773-9BBF8FED7D9C}" type="slidenum">
              <a:rPr kumimoji="0" lang="en-GB" altLang="el-GR" smtClean="0"/>
              <a:pPr>
                <a:spcBef>
                  <a:spcPct val="0"/>
                </a:spcBef>
              </a:pPr>
              <a:t>14</a:t>
            </a:fld>
            <a:endParaRPr kumimoji="0" lang="en-GB" altLang="el-GR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Slide Image Placeholder 1">
            <a:extLst>
              <a:ext uri="{FF2B5EF4-FFF2-40B4-BE49-F238E27FC236}">
                <a16:creationId xmlns:a16="http://schemas.microsoft.com/office/drawing/2014/main" id="{50EBDEA1-1975-4DCE-A95A-C9B7190EC93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5299" name="Notes Placeholder 2">
            <a:extLst>
              <a:ext uri="{FF2B5EF4-FFF2-40B4-BE49-F238E27FC236}">
                <a16:creationId xmlns:a16="http://schemas.microsoft.com/office/drawing/2014/main" id="{8AB852C8-5CCA-476F-A3AB-6742680DCD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l-GR" altLang="el-GR"/>
          </a:p>
        </p:txBody>
      </p:sp>
      <p:sp>
        <p:nvSpPr>
          <p:cNvPr id="55300" name="Slide Number Placeholder 3">
            <a:extLst>
              <a:ext uri="{FF2B5EF4-FFF2-40B4-BE49-F238E27FC236}">
                <a16:creationId xmlns:a16="http://schemas.microsoft.com/office/drawing/2014/main" id="{655EA76F-8E7F-41D7-8D1C-2034971AB80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57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71331" indent="-296666" defTabSz="95757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86663" indent="-237333" defTabSz="95757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61328" indent="-237333" defTabSz="95757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135993" indent="-237333" defTabSz="95757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610658" indent="-237333" defTabSz="95757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3085323" indent="-237333" defTabSz="95757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559988" indent="-237333" defTabSz="95757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4034653" indent="-237333" defTabSz="95757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9D4AA4A9-68F1-4ACD-9824-0F986C95891D}" type="slidenum">
              <a:rPr kumimoji="0" lang="en-GB" altLang="el-GR" smtClean="0"/>
              <a:pPr>
                <a:spcBef>
                  <a:spcPct val="0"/>
                </a:spcBef>
              </a:pPr>
              <a:t>15</a:t>
            </a:fld>
            <a:endParaRPr kumimoji="0" lang="en-GB" altLang="el-GR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Slide Image Placeholder 1">
            <a:extLst>
              <a:ext uri="{FF2B5EF4-FFF2-40B4-BE49-F238E27FC236}">
                <a16:creationId xmlns:a16="http://schemas.microsoft.com/office/drawing/2014/main" id="{F2C99001-8134-4BCC-8451-0600FE2C870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395" name="Notes Placeholder 2">
            <a:extLst>
              <a:ext uri="{FF2B5EF4-FFF2-40B4-BE49-F238E27FC236}">
                <a16:creationId xmlns:a16="http://schemas.microsoft.com/office/drawing/2014/main" id="{8A6B15E6-6DE1-449C-9C94-4BFC5C5E6F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l-GR" altLang="el-GR"/>
          </a:p>
        </p:txBody>
      </p:sp>
      <p:sp>
        <p:nvSpPr>
          <p:cNvPr id="59396" name="Slide Number Placeholder 3">
            <a:extLst>
              <a:ext uri="{FF2B5EF4-FFF2-40B4-BE49-F238E27FC236}">
                <a16:creationId xmlns:a16="http://schemas.microsoft.com/office/drawing/2014/main" id="{0D1D8623-3D67-4B9B-9C4D-52F9CC8F547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57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71331" indent="-296666" defTabSz="95757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86663" indent="-237333" defTabSz="95757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61328" indent="-237333" defTabSz="95757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135993" indent="-237333" defTabSz="95757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610658" indent="-237333" defTabSz="95757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3085323" indent="-237333" defTabSz="95757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559988" indent="-237333" defTabSz="95757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4034653" indent="-237333" defTabSz="95757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03F09EA8-AF78-4E72-8986-83DE0E94421F}" type="slidenum">
              <a:rPr kumimoji="0" lang="en-GB" altLang="el-GR" smtClean="0"/>
              <a:pPr>
                <a:spcBef>
                  <a:spcPct val="0"/>
                </a:spcBef>
              </a:pPr>
              <a:t>16</a:t>
            </a:fld>
            <a:endParaRPr kumimoji="0" lang="en-GB" altLang="el-GR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Slide Image Placeholder 1">
            <a:extLst>
              <a:ext uri="{FF2B5EF4-FFF2-40B4-BE49-F238E27FC236}">
                <a16:creationId xmlns:a16="http://schemas.microsoft.com/office/drawing/2014/main" id="{3DE8C164-0A43-4809-9B44-5D05A9DB55B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43" name="Notes Placeholder 2">
            <a:extLst>
              <a:ext uri="{FF2B5EF4-FFF2-40B4-BE49-F238E27FC236}">
                <a16:creationId xmlns:a16="http://schemas.microsoft.com/office/drawing/2014/main" id="{FEE12E06-6584-43F0-8CE8-A6B3EEA118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l-GR" altLang="el-GR" dirty="0"/>
          </a:p>
        </p:txBody>
      </p:sp>
      <p:sp>
        <p:nvSpPr>
          <p:cNvPr id="61444" name="Slide Number Placeholder 3">
            <a:extLst>
              <a:ext uri="{FF2B5EF4-FFF2-40B4-BE49-F238E27FC236}">
                <a16:creationId xmlns:a16="http://schemas.microsoft.com/office/drawing/2014/main" id="{B6CF2C70-0C50-4967-9D7B-56BCE157CF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57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71331" indent="-296666" defTabSz="95757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86663" indent="-237333" defTabSz="95757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61328" indent="-237333" defTabSz="95757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135993" indent="-237333" defTabSz="95757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610658" indent="-237333" defTabSz="95757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3085323" indent="-237333" defTabSz="95757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559988" indent="-237333" defTabSz="95757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4034653" indent="-237333" defTabSz="95757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C18F9EF7-A87A-48FC-9984-941D064D6A6E}" type="slidenum">
              <a:rPr kumimoji="0" lang="en-GB" altLang="el-GR" smtClean="0"/>
              <a:pPr>
                <a:spcBef>
                  <a:spcPct val="0"/>
                </a:spcBef>
              </a:pPr>
              <a:t>17</a:t>
            </a:fld>
            <a:endParaRPr kumimoji="0" lang="en-GB" altLang="el-GR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Slide Image Placeholder 1">
            <a:extLst>
              <a:ext uri="{FF2B5EF4-FFF2-40B4-BE49-F238E27FC236}">
                <a16:creationId xmlns:a16="http://schemas.microsoft.com/office/drawing/2014/main" id="{DCAC3D06-2457-43DE-A710-477EF517A57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3491" name="Notes Placeholder 2">
            <a:extLst>
              <a:ext uri="{FF2B5EF4-FFF2-40B4-BE49-F238E27FC236}">
                <a16:creationId xmlns:a16="http://schemas.microsoft.com/office/drawing/2014/main" id="{A92C3170-1CC1-4558-A09C-27C460B113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l-GR" altLang="el-GR"/>
          </a:p>
        </p:txBody>
      </p:sp>
      <p:sp>
        <p:nvSpPr>
          <p:cNvPr id="63492" name="Slide Number Placeholder 3">
            <a:extLst>
              <a:ext uri="{FF2B5EF4-FFF2-40B4-BE49-F238E27FC236}">
                <a16:creationId xmlns:a16="http://schemas.microsoft.com/office/drawing/2014/main" id="{D0C55043-E9E1-4E90-93FB-4153ED71BD9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57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71331" indent="-296666" defTabSz="95757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86663" indent="-237333" defTabSz="95757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61328" indent="-237333" defTabSz="95757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135993" indent="-237333" defTabSz="95757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610658" indent="-237333" defTabSz="95757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3085323" indent="-237333" defTabSz="95757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559988" indent="-237333" defTabSz="95757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4034653" indent="-237333" defTabSz="95757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3AF6BA1C-F20D-4738-A700-94EF68F9F472}" type="slidenum">
              <a:rPr kumimoji="0" lang="en-GB" altLang="el-GR" smtClean="0"/>
              <a:pPr>
                <a:spcBef>
                  <a:spcPct val="0"/>
                </a:spcBef>
              </a:pPr>
              <a:t>18</a:t>
            </a:fld>
            <a:endParaRPr kumimoji="0" lang="en-GB" altLang="el-GR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Slide Image Placeholder 1">
            <a:extLst>
              <a:ext uri="{FF2B5EF4-FFF2-40B4-BE49-F238E27FC236}">
                <a16:creationId xmlns:a16="http://schemas.microsoft.com/office/drawing/2014/main" id="{B9478091-4C3D-476F-85DF-8E7EAF373BD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5539" name="Notes Placeholder 2">
            <a:extLst>
              <a:ext uri="{FF2B5EF4-FFF2-40B4-BE49-F238E27FC236}">
                <a16:creationId xmlns:a16="http://schemas.microsoft.com/office/drawing/2014/main" id="{730C0B27-59A4-472F-BB4F-A63A54EF5D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l-GR" altLang="el-GR"/>
          </a:p>
        </p:txBody>
      </p:sp>
      <p:sp>
        <p:nvSpPr>
          <p:cNvPr id="65540" name="Slide Number Placeholder 3">
            <a:extLst>
              <a:ext uri="{FF2B5EF4-FFF2-40B4-BE49-F238E27FC236}">
                <a16:creationId xmlns:a16="http://schemas.microsoft.com/office/drawing/2014/main" id="{61957C16-E6A5-4B6C-AEEE-2820303D7D8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57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71331" indent="-296666" defTabSz="95757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86663" indent="-237333" defTabSz="95757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61328" indent="-237333" defTabSz="95757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135993" indent="-237333" defTabSz="95757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610658" indent="-237333" defTabSz="95757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3085323" indent="-237333" defTabSz="95757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559988" indent="-237333" defTabSz="95757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4034653" indent="-237333" defTabSz="95757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7EE3A33C-8CA4-4A1F-BE32-C4555DBC244A}" type="slidenum">
              <a:rPr kumimoji="0" lang="en-GB" altLang="el-GR" smtClean="0"/>
              <a:pPr>
                <a:spcBef>
                  <a:spcPct val="0"/>
                </a:spcBef>
              </a:pPr>
              <a:t>19</a:t>
            </a:fld>
            <a:endParaRPr kumimoji="0" lang="en-GB" altLang="el-GR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Slide Image Placeholder 1">
            <a:extLst>
              <a:ext uri="{FF2B5EF4-FFF2-40B4-BE49-F238E27FC236}">
                <a16:creationId xmlns:a16="http://schemas.microsoft.com/office/drawing/2014/main" id="{F90765E5-C1BA-453A-9CC8-75DC058850F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7587" name="Notes Placeholder 2">
            <a:extLst>
              <a:ext uri="{FF2B5EF4-FFF2-40B4-BE49-F238E27FC236}">
                <a16:creationId xmlns:a16="http://schemas.microsoft.com/office/drawing/2014/main" id="{491DE68F-2863-47A8-A1F9-D196BB2426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l-GR" altLang="el-GR" dirty="0"/>
          </a:p>
        </p:txBody>
      </p:sp>
      <p:sp>
        <p:nvSpPr>
          <p:cNvPr id="67588" name="Slide Number Placeholder 3">
            <a:extLst>
              <a:ext uri="{FF2B5EF4-FFF2-40B4-BE49-F238E27FC236}">
                <a16:creationId xmlns:a16="http://schemas.microsoft.com/office/drawing/2014/main" id="{E5013333-E077-4A80-A081-E2F55285B14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57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71331" indent="-296666" defTabSz="95757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86663" indent="-237333" defTabSz="95757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61328" indent="-237333" defTabSz="95757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135993" indent="-237333" defTabSz="95757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610658" indent="-237333" defTabSz="95757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3085323" indent="-237333" defTabSz="95757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559988" indent="-237333" defTabSz="95757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4034653" indent="-237333" defTabSz="95757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7C71EE26-D341-41ED-82D9-ED42A5FE3920}" type="slidenum">
              <a:rPr kumimoji="0" lang="en-GB" altLang="el-GR" smtClean="0"/>
              <a:pPr>
                <a:spcBef>
                  <a:spcPct val="0"/>
                </a:spcBef>
              </a:pPr>
              <a:t>20</a:t>
            </a:fld>
            <a:endParaRPr kumimoji="0" lang="en-GB" altLang="el-GR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Slide Image Placeholder 1">
            <a:extLst>
              <a:ext uri="{FF2B5EF4-FFF2-40B4-BE49-F238E27FC236}">
                <a16:creationId xmlns:a16="http://schemas.microsoft.com/office/drawing/2014/main" id="{6A333E9F-12F5-4ED5-BD0F-8C8227E56E9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9635" name="Notes Placeholder 2">
            <a:extLst>
              <a:ext uri="{FF2B5EF4-FFF2-40B4-BE49-F238E27FC236}">
                <a16:creationId xmlns:a16="http://schemas.microsoft.com/office/drawing/2014/main" id="{9676B348-BE62-4348-8789-E3035B9FD0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l-GR" altLang="el-GR"/>
          </a:p>
        </p:txBody>
      </p:sp>
      <p:sp>
        <p:nvSpPr>
          <p:cNvPr id="69636" name="Slide Number Placeholder 3">
            <a:extLst>
              <a:ext uri="{FF2B5EF4-FFF2-40B4-BE49-F238E27FC236}">
                <a16:creationId xmlns:a16="http://schemas.microsoft.com/office/drawing/2014/main" id="{D38B7E8C-441C-484A-A37F-0A9FDE364CE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57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71331" indent="-296666" defTabSz="95757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86663" indent="-237333" defTabSz="95757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61328" indent="-237333" defTabSz="95757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135993" indent="-237333" defTabSz="95757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610658" indent="-237333" defTabSz="95757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3085323" indent="-237333" defTabSz="95757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559988" indent="-237333" defTabSz="95757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4034653" indent="-237333" defTabSz="95757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51C94CCD-DE13-47EA-9E84-10422FF94C49}" type="slidenum">
              <a:rPr kumimoji="0" lang="en-GB" altLang="el-GR" smtClean="0"/>
              <a:pPr>
                <a:spcBef>
                  <a:spcPct val="0"/>
                </a:spcBef>
              </a:pPr>
              <a:t>21</a:t>
            </a:fld>
            <a:endParaRPr kumimoji="0" lang="en-GB" altLang="el-GR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Slide Image Placeholder 1">
            <a:extLst>
              <a:ext uri="{FF2B5EF4-FFF2-40B4-BE49-F238E27FC236}">
                <a16:creationId xmlns:a16="http://schemas.microsoft.com/office/drawing/2014/main" id="{95C30E44-1AA9-4082-8DBC-D05F25F079B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683" name="Notes Placeholder 2">
            <a:extLst>
              <a:ext uri="{FF2B5EF4-FFF2-40B4-BE49-F238E27FC236}">
                <a16:creationId xmlns:a16="http://schemas.microsoft.com/office/drawing/2014/main" id="{F8BFAD7B-A399-4CDC-AC02-81856B8302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l-GR" altLang="el-GR"/>
          </a:p>
        </p:txBody>
      </p:sp>
      <p:sp>
        <p:nvSpPr>
          <p:cNvPr id="71684" name="Slide Number Placeholder 3">
            <a:extLst>
              <a:ext uri="{FF2B5EF4-FFF2-40B4-BE49-F238E27FC236}">
                <a16:creationId xmlns:a16="http://schemas.microsoft.com/office/drawing/2014/main" id="{A4147C5C-D988-4E46-8F4D-D943F4DC5AC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57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71331" indent="-296666" defTabSz="95757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86663" indent="-237333" defTabSz="95757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61328" indent="-237333" defTabSz="95757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135993" indent="-237333" defTabSz="95757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610658" indent="-237333" defTabSz="95757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3085323" indent="-237333" defTabSz="95757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559988" indent="-237333" defTabSz="95757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4034653" indent="-237333" defTabSz="95757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47D30008-B23C-482C-9E13-BD11C0F3B1DB}" type="slidenum">
              <a:rPr kumimoji="0" lang="en-GB" altLang="el-GR" smtClean="0"/>
              <a:pPr>
                <a:spcBef>
                  <a:spcPct val="0"/>
                </a:spcBef>
              </a:pPr>
              <a:t>22</a:t>
            </a:fld>
            <a:endParaRPr kumimoji="0" lang="en-GB" altLang="el-GR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Slide Image Placeholder 1">
            <a:extLst>
              <a:ext uri="{FF2B5EF4-FFF2-40B4-BE49-F238E27FC236}">
                <a16:creationId xmlns:a16="http://schemas.microsoft.com/office/drawing/2014/main" id="{532F4049-3241-40C5-802D-4B3F68DC8BD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3731" name="Notes Placeholder 2">
            <a:extLst>
              <a:ext uri="{FF2B5EF4-FFF2-40B4-BE49-F238E27FC236}">
                <a16:creationId xmlns:a16="http://schemas.microsoft.com/office/drawing/2014/main" id="{8184CAE9-8AF0-48C9-B2C2-2C3CB65943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l-GR" altLang="el-GR"/>
          </a:p>
        </p:txBody>
      </p:sp>
      <p:sp>
        <p:nvSpPr>
          <p:cNvPr id="73732" name="Slide Number Placeholder 3">
            <a:extLst>
              <a:ext uri="{FF2B5EF4-FFF2-40B4-BE49-F238E27FC236}">
                <a16:creationId xmlns:a16="http://schemas.microsoft.com/office/drawing/2014/main" id="{E524DAAD-0889-4474-9591-B2D8BC6D43A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57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71331" indent="-296666" defTabSz="95757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86663" indent="-237333" defTabSz="95757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61328" indent="-237333" defTabSz="95757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135993" indent="-237333" defTabSz="95757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610658" indent="-237333" defTabSz="95757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3085323" indent="-237333" defTabSz="95757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559988" indent="-237333" defTabSz="95757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4034653" indent="-237333" defTabSz="95757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C8A5EDB4-51BD-4263-A0A4-971337283CA5}" type="slidenum">
              <a:rPr kumimoji="0" lang="en-GB" altLang="el-GR" smtClean="0"/>
              <a:pPr>
                <a:spcBef>
                  <a:spcPct val="0"/>
                </a:spcBef>
              </a:pPr>
              <a:t>23</a:t>
            </a:fld>
            <a:endParaRPr kumimoji="0" lang="en-GB" altLang="el-GR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Slide Image Placeholder 1">
            <a:extLst>
              <a:ext uri="{FF2B5EF4-FFF2-40B4-BE49-F238E27FC236}">
                <a16:creationId xmlns:a16="http://schemas.microsoft.com/office/drawing/2014/main" id="{107D2830-6135-4DEC-AA69-0E2AA7120CD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5779" name="Notes Placeholder 2">
            <a:extLst>
              <a:ext uri="{FF2B5EF4-FFF2-40B4-BE49-F238E27FC236}">
                <a16:creationId xmlns:a16="http://schemas.microsoft.com/office/drawing/2014/main" id="{FBE851E0-8401-4E29-AB7B-D006112222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l-GR" altLang="el-GR"/>
          </a:p>
        </p:txBody>
      </p:sp>
      <p:sp>
        <p:nvSpPr>
          <p:cNvPr id="75780" name="Slide Number Placeholder 3">
            <a:extLst>
              <a:ext uri="{FF2B5EF4-FFF2-40B4-BE49-F238E27FC236}">
                <a16:creationId xmlns:a16="http://schemas.microsoft.com/office/drawing/2014/main" id="{F292342E-7500-4436-A889-83424EE91AE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57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71331" indent="-296666" defTabSz="95757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86663" indent="-237333" defTabSz="95757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61328" indent="-237333" defTabSz="95757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135993" indent="-237333" defTabSz="95757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610658" indent="-237333" defTabSz="95757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3085323" indent="-237333" defTabSz="95757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559988" indent="-237333" defTabSz="95757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4034653" indent="-237333" defTabSz="95757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608B056F-77D9-4A12-8810-0A2797B0AD25}" type="slidenum">
              <a:rPr kumimoji="0" lang="en-GB" altLang="el-GR" smtClean="0"/>
              <a:pPr>
                <a:spcBef>
                  <a:spcPct val="0"/>
                </a:spcBef>
              </a:pPr>
              <a:t>24</a:t>
            </a:fld>
            <a:endParaRPr kumimoji="0" lang="en-GB" altLang="el-GR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>
            <a:extLst>
              <a:ext uri="{FF2B5EF4-FFF2-40B4-BE49-F238E27FC236}">
                <a16:creationId xmlns:a16="http://schemas.microsoft.com/office/drawing/2014/main" id="{099291F7-DFB6-4904-BB95-2041AFD7E7F3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8478838" cy="6173788"/>
            <a:chOff x="0" y="0"/>
            <a:chExt cx="5341" cy="3889"/>
          </a:xfrm>
        </p:grpSpPr>
        <p:sp>
          <p:nvSpPr>
            <p:cNvPr id="5" name="Freeform 3">
              <a:extLst>
                <a:ext uri="{FF2B5EF4-FFF2-40B4-BE49-F238E27FC236}">
                  <a16:creationId xmlns:a16="http://schemas.microsoft.com/office/drawing/2014/main" id="{8F45E40E-2879-4CB0-9504-019E470284CD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0"/>
              <a:ext cx="3863" cy="3889"/>
            </a:xfrm>
            <a:custGeom>
              <a:avLst/>
              <a:gdLst>
                <a:gd name="T0" fmla="*/ 3862 w 3863"/>
                <a:gd name="T1" fmla="*/ 3418 h 3889"/>
                <a:gd name="T2" fmla="*/ 457 w 3863"/>
                <a:gd name="T3" fmla="*/ 0 h 3889"/>
                <a:gd name="T4" fmla="*/ 0 w 3863"/>
                <a:gd name="T5" fmla="*/ 0 h 3889"/>
                <a:gd name="T6" fmla="*/ 0 w 3863"/>
                <a:gd name="T7" fmla="*/ 481 h 3889"/>
                <a:gd name="T8" fmla="*/ 3394 w 3863"/>
                <a:gd name="T9" fmla="*/ 3888 h 3889"/>
                <a:gd name="T10" fmla="*/ 3862 w 3863"/>
                <a:gd name="T11" fmla="*/ 3418 h 388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863" h="3889">
                  <a:moveTo>
                    <a:pt x="3862" y="3418"/>
                  </a:moveTo>
                  <a:lnTo>
                    <a:pt x="457" y="0"/>
                  </a:lnTo>
                  <a:lnTo>
                    <a:pt x="0" y="0"/>
                  </a:lnTo>
                  <a:lnTo>
                    <a:pt x="0" y="481"/>
                  </a:lnTo>
                  <a:lnTo>
                    <a:pt x="3394" y="3888"/>
                  </a:lnTo>
                  <a:lnTo>
                    <a:pt x="3862" y="3418"/>
                  </a:lnTo>
                </a:path>
              </a:pathLst>
            </a:custGeom>
            <a:solidFill>
              <a:schemeClr val="bg1">
                <a:alpha val="50195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 type="none" w="sm" len="sm"/>
                  <a:tailEnd type="none" w="sm" len="sm"/>
                </a14:hiddenLine>
              </a:ext>
            </a:extLst>
          </p:spPr>
          <p:txBody>
            <a:bodyPr/>
            <a:lstStyle/>
            <a:p>
              <a:endParaRPr lang="el-GR"/>
            </a:p>
          </p:txBody>
        </p:sp>
        <p:sp>
          <p:nvSpPr>
            <p:cNvPr id="6" name="Freeform 4">
              <a:extLst>
                <a:ext uri="{FF2B5EF4-FFF2-40B4-BE49-F238E27FC236}">
                  <a16:creationId xmlns:a16="http://schemas.microsoft.com/office/drawing/2014/main" id="{D6FFBFE0-60E3-499A-BF91-957F42A052FB}"/>
                </a:ext>
              </a:extLst>
            </p:cNvPr>
            <p:cNvSpPr>
              <a:spLocks/>
            </p:cNvSpPr>
            <p:nvPr/>
          </p:nvSpPr>
          <p:spPr bwMode="auto">
            <a:xfrm>
              <a:off x="860" y="0"/>
              <a:ext cx="3394" cy="3223"/>
            </a:xfrm>
            <a:custGeom>
              <a:avLst/>
              <a:gdLst>
                <a:gd name="T0" fmla="*/ 370 w 3394"/>
                <a:gd name="T1" fmla="*/ 0 h 3223"/>
                <a:gd name="T2" fmla="*/ 3393 w 3394"/>
                <a:gd name="T3" fmla="*/ 3036 h 3223"/>
                <a:gd name="T4" fmla="*/ 3208 w 3394"/>
                <a:gd name="T5" fmla="*/ 3222 h 3223"/>
                <a:gd name="T6" fmla="*/ 0 w 3394"/>
                <a:gd name="T7" fmla="*/ 0 h 3223"/>
                <a:gd name="T8" fmla="*/ 370 w 3394"/>
                <a:gd name="T9" fmla="*/ 0 h 322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394" h="3223">
                  <a:moveTo>
                    <a:pt x="370" y="0"/>
                  </a:moveTo>
                  <a:lnTo>
                    <a:pt x="3393" y="3036"/>
                  </a:lnTo>
                  <a:lnTo>
                    <a:pt x="3208" y="3222"/>
                  </a:lnTo>
                  <a:lnTo>
                    <a:pt x="0" y="0"/>
                  </a:lnTo>
                  <a:lnTo>
                    <a:pt x="370" y="0"/>
                  </a:lnTo>
                </a:path>
              </a:pathLst>
            </a:custGeom>
            <a:solidFill>
              <a:schemeClr val="bg1">
                <a:alpha val="50195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 type="none" w="sm" len="sm"/>
                  <a:tailEnd type="none" w="sm" len="sm"/>
                </a14:hiddenLine>
              </a:ext>
            </a:extLst>
          </p:spPr>
          <p:txBody>
            <a:bodyPr/>
            <a:lstStyle/>
            <a:p>
              <a:endParaRPr lang="el-GR"/>
            </a:p>
          </p:txBody>
        </p:sp>
        <p:sp>
          <p:nvSpPr>
            <p:cNvPr id="7" name="Freeform 5">
              <a:extLst>
                <a:ext uri="{FF2B5EF4-FFF2-40B4-BE49-F238E27FC236}">
                  <a16:creationId xmlns:a16="http://schemas.microsoft.com/office/drawing/2014/main" id="{29927461-BB22-4867-823C-96774D6BC898}"/>
                </a:ext>
              </a:extLst>
            </p:cNvPr>
            <p:cNvSpPr>
              <a:spLocks/>
            </p:cNvSpPr>
            <p:nvPr/>
          </p:nvSpPr>
          <p:spPr bwMode="auto">
            <a:xfrm>
              <a:off x="2187" y="0"/>
              <a:ext cx="2859" cy="2556"/>
            </a:xfrm>
            <a:custGeom>
              <a:avLst/>
              <a:gdLst>
                <a:gd name="T0" fmla="*/ 630 w 2859"/>
                <a:gd name="T1" fmla="*/ 0 h 2556"/>
                <a:gd name="T2" fmla="*/ 2858 w 2859"/>
                <a:gd name="T3" fmla="*/ 2238 h 2556"/>
                <a:gd name="T4" fmla="*/ 2543 w 2859"/>
                <a:gd name="T5" fmla="*/ 2555 h 2556"/>
                <a:gd name="T6" fmla="*/ 0 w 2859"/>
                <a:gd name="T7" fmla="*/ 0 h 2556"/>
                <a:gd name="T8" fmla="*/ 630 w 2859"/>
                <a:gd name="T9" fmla="*/ 0 h 25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859" h="2556">
                  <a:moveTo>
                    <a:pt x="630" y="0"/>
                  </a:moveTo>
                  <a:lnTo>
                    <a:pt x="2858" y="2238"/>
                  </a:lnTo>
                  <a:lnTo>
                    <a:pt x="2543" y="2555"/>
                  </a:lnTo>
                  <a:lnTo>
                    <a:pt x="0" y="0"/>
                  </a:lnTo>
                  <a:lnTo>
                    <a:pt x="630" y="0"/>
                  </a:lnTo>
                </a:path>
              </a:pathLst>
            </a:custGeom>
            <a:solidFill>
              <a:schemeClr val="bg1">
                <a:alpha val="50195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 type="none" w="sm" len="sm"/>
                  <a:tailEnd type="none" w="sm" len="sm"/>
                </a14:hiddenLine>
              </a:ext>
            </a:extLst>
          </p:spPr>
          <p:txBody>
            <a:bodyPr/>
            <a:lstStyle/>
            <a:p>
              <a:endParaRPr lang="el-GR"/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3F9703C3-C364-4C4E-9D9E-7AB76D281969}"/>
                </a:ext>
              </a:extLst>
            </p:cNvPr>
            <p:cNvSpPr>
              <a:spLocks/>
            </p:cNvSpPr>
            <p:nvPr/>
          </p:nvSpPr>
          <p:spPr bwMode="auto">
            <a:xfrm>
              <a:off x="3055" y="0"/>
              <a:ext cx="2286" cy="2121"/>
            </a:xfrm>
            <a:custGeom>
              <a:avLst/>
              <a:gdLst>
                <a:gd name="T0" fmla="*/ 0 w 2286"/>
                <a:gd name="T1" fmla="*/ 0 h 2121"/>
                <a:gd name="T2" fmla="*/ 2111 w 2286"/>
                <a:gd name="T3" fmla="*/ 2120 h 2121"/>
                <a:gd name="T4" fmla="*/ 2285 w 2286"/>
                <a:gd name="T5" fmla="*/ 1945 h 2121"/>
                <a:gd name="T6" fmla="*/ 348 w 2286"/>
                <a:gd name="T7" fmla="*/ 0 h 2121"/>
                <a:gd name="T8" fmla="*/ 0 w 2286"/>
                <a:gd name="T9" fmla="*/ 0 h 212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286" h="2121">
                  <a:moveTo>
                    <a:pt x="0" y="0"/>
                  </a:moveTo>
                  <a:lnTo>
                    <a:pt x="2111" y="2120"/>
                  </a:lnTo>
                  <a:lnTo>
                    <a:pt x="2285" y="1945"/>
                  </a:lnTo>
                  <a:lnTo>
                    <a:pt x="348" y="0"/>
                  </a:lnTo>
                  <a:lnTo>
                    <a:pt x="0" y="0"/>
                  </a:lnTo>
                </a:path>
              </a:pathLst>
            </a:custGeom>
            <a:solidFill>
              <a:schemeClr val="bg1">
                <a:alpha val="50195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 type="none" w="sm" len="sm"/>
                  <a:tailEnd type="none" w="sm" len="sm"/>
                </a14:hiddenLine>
              </a:ext>
            </a:extLst>
          </p:spPr>
          <p:txBody>
            <a:bodyPr/>
            <a:lstStyle/>
            <a:p>
              <a:endParaRPr lang="el-GR"/>
            </a:p>
          </p:txBody>
        </p:sp>
      </p:grpSp>
      <p:sp>
        <p:nvSpPr>
          <p:cNvPr id="3079" name="Rectangle 7"/>
          <p:cNvSpPr>
            <a:spLocks noGrp="1" noChangeArrowheads="1"/>
          </p:cNvSpPr>
          <p:nvPr>
            <p:ph type="ctrTitle" sz="quarter"/>
          </p:nvPr>
        </p:nvSpPr>
        <p:spPr>
          <a:xfrm>
            <a:off x="685800" y="11430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3080" name="Rectangle 8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371600" y="3886200"/>
            <a:ext cx="6400800" cy="1752600"/>
          </a:xfrm>
          <a:ln w="9525">
            <a:headEnd/>
            <a:tailEnd/>
          </a:ln>
        </p:spPr>
        <p:txBody>
          <a:bodyPr lIns="92065" tIns="46033" rIns="92065" bIns="46033"/>
          <a:lstStyle>
            <a:lvl1pPr marL="0" indent="0" algn="ctr">
              <a:buFont typeface="Wingdings" pitchFamily="2" charset="2"/>
              <a:buNone/>
              <a:defRPr sz="3200" i="1">
                <a:solidFill>
                  <a:srgbClr val="0033CC"/>
                </a:solidFill>
              </a:defRPr>
            </a:lvl1pPr>
          </a:lstStyle>
          <a:p>
            <a:r>
              <a:rPr lang="en-GB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8728419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l-G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l-GR"/>
          </a:p>
        </p:txBody>
      </p:sp>
      <p:sp>
        <p:nvSpPr>
          <p:cNvPr id="4" name="Rectangle 16">
            <a:extLst>
              <a:ext uri="{FF2B5EF4-FFF2-40B4-BE49-F238E27FC236}">
                <a16:creationId xmlns:a16="http://schemas.microsoft.com/office/drawing/2014/main" id="{D179D44D-7664-4C9D-B12F-3F7395E70347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l-GR"/>
              <a:t>ΤΜΗΥΠ / ΕΕΣΤ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99677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l-G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16">
            <a:extLst>
              <a:ext uri="{FF2B5EF4-FFF2-40B4-BE49-F238E27FC236}">
                <a16:creationId xmlns:a16="http://schemas.microsoft.com/office/drawing/2014/main" id="{64D3A5CB-600E-4C7D-8B0B-1EF5CECFE7C3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l-GR"/>
              <a:t>ΤΜΗΥΠ / ΕΕΣΤ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11574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l-GR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27038" y="742950"/>
            <a:ext cx="4076700" cy="5715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l-GR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56138" y="742950"/>
            <a:ext cx="4076700" cy="5715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l-GR"/>
          </a:p>
        </p:txBody>
      </p:sp>
      <p:sp>
        <p:nvSpPr>
          <p:cNvPr id="5" name="Rectangle 16">
            <a:extLst>
              <a:ext uri="{FF2B5EF4-FFF2-40B4-BE49-F238E27FC236}">
                <a16:creationId xmlns:a16="http://schemas.microsoft.com/office/drawing/2014/main" id="{C61B301E-211B-4D6D-965F-B347AD31CAC9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l-GR"/>
              <a:t>ΤΜΗΥΠ / ΕΕΣΤ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07154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l-G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l-GR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l-GR"/>
          </a:p>
        </p:txBody>
      </p:sp>
      <p:sp>
        <p:nvSpPr>
          <p:cNvPr id="7" name="Rectangle 16">
            <a:extLst>
              <a:ext uri="{FF2B5EF4-FFF2-40B4-BE49-F238E27FC236}">
                <a16:creationId xmlns:a16="http://schemas.microsoft.com/office/drawing/2014/main" id="{77ACA2AD-7379-4240-B55C-7A84E66D2FD3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l-GR"/>
              <a:t>ΤΜΗΥΠ / ΕΕΣΤ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94911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l-GR"/>
          </a:p>
        </p:txBody>
      </p:sp>
      <p:sp>
        <p:nvSpPr>
          <p:cNvPr id="3" name="Rectangle 16">
            <a:extLst>
              <a:ext uri="{FF2B5EF4-FFF2-40B4-BE49-F238E27FC236}">
                <a16:creationId xmlns:a16="http://schemas.microsoft.com/office/drawing/2014/main" id="{60E436B3-80F4-4454-8C5F-DCBCA4DB5F43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l-GR"/>
              <a:t>ΤΜΗΥΠ / ΕΕΣΤ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76731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6">
            <a:extLst>
              <a:ext uri="{FF2B5EF4-FFF2-40B4-BE49-F238E27FC236}">
                <a16:creationId xmlns:a16="http://schemas.microsoft.com/office/drawing/2014/main" id="{F7FC83A7-63E3-4072-92D6-52C23A48832A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l-GR"/>
              <a:t>ΤΜΗΥΠ / ΕΕΣΤ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51414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l-G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l-GR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6">
            <a:extLst>
              <a:ext uri="{FF2B5EF4-FFF2-40B4-BE49-F238E27FC236}">
                <a16:creationId xmlns:a16="http://schemas.microsoft.com/office/drawing/2014/main" id="{7C798D06-8980-40BD-90EB-DDA2FCEDD73D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l-GR"/>
              <a:t>ΤΜΗΥΠ / ΕΕΣΤ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45691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l-GR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l-GR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6">
            <a:extLst>
              <a:ext uri="{FF2B5EF4-FFF2-40B4-BE49-F238E27FC236}">
                <a16:creationId xmlns:a16="http://schemas.microsoft.com/office/drawing/2014/main" id="{43F5F2C0-93AD-45EE-9D48-4CC8A411205B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l-GR"/>
              <a:t>ΤΜΗΥΠ / ΕΕΣΤ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83876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l-GR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l-GR"/>
          </a:p>
        </p:txBody>
      </p:sp>
      <p:sp>
        <p:nvSpPr>
          <p:cNvPr id="4" name="Rectangle 16">
            <a:extLst>
              <a:ext uri="{FF2B5EF4-FFF2-40B4-BE49-F238E27FC236}">
                <a16:creationId xmlns:a16="http://schemas.microsoft.com/office/drawing/2014/main" id="{56E32E4C-EB3D-46A7-8B96-E87F56E2D2D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l-GR"/>
              <a:t>ΤΜΗΥΠ / ΕΕΣΤ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30042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80200" y="0"/>
            <a:ext cx="2082800" cy="645795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l-GR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27038" y="0"/>
            <a:ext cx="6100762" cy="64579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l-GR"/>
          </a:p>
        </p:txBody>
      </p:sp>
      <p:sp>
        <p:nvSpPr>
          <p:cNvPr id="4" name="Rectangle 16">
            <a:extLst>
              <a:ext uri="{FF2B5EF4-FFF2-40B4-BE49-F238E27FC236}">
                <a16:creationId xmlns:a16="http://schemas.microsoft.com/office/drawing/2014/main" id="{C55FAD23-E2A9-4E56-971E-82BC54CC03A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l-GR"/>
              <a:t>ΤΜΗΥΠ / ΕΕΣΤ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42637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0" name="Rectangle 12">
            <a:extLst>
              <a:ext uri="{FF2B5EF4-FFF2-40B4-BE49-F238E27FC236}">
                <a16:creationId xmlns:a16="http://schemas.microsoft.com/office/drawing/2014/main" id="{1082E9CC-9724-4662-991E-1F5DAC67B79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27038" y="742950"/>
            <a:ext cx="8305800" cy="57150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1430" tIns="45715" rIns="91430" bIns="4571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2055" name="Rectangle 7">
            <a:extLst>
              <a:ext uri="{FF2B5EF4-FFF2-40B4-BE49-F238E27FC236}">
                <a16:creationId xmlns:a16="http://schemas.microsoft.com/office/drawing/2014/main" id="{3BA7154A-01F8-4C6C-916B-CD557433630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0"/>
            <a:ext cx="8305800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065" tIns="46033" rIns="92065" bIns="46033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title style</a:t>
            </a:r>
          </a:p>
        </p:txBody>
      </p:sp>
      <p:sp>
        <p:nvSpPr>
          <p:cNvPr id="1028" name="Line 13">
            <a:extLst>
              <a:ext uri="{FF2B5EF4-FFF2-40B4-BE49-F238E27FC236}">
                <a16:creationId xmlns:a16="http://schemas.microsoft.com/office/drawing/2014/main" id="{EBD87D90-91CF-4403-8E5D-F6A21410D621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533400" y="762000"/>
            <a:ext cx="8153400" cy="0"/>
          </a:xfrm>
          <a:prstGeom prst="line">
            <a:avLst/>
          </a:prstGeom>
          <a:noFill/>
          <a:ln w="57150" cap="sq">
            <a:solidFill>
              <a:srgbClr val="0033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l-GR"/>
          </a:p>
        </p:txBody>
      </p:sp>
      <p:sp>
        <p:nvSpPr>
          <p:cNvPr id="1029" name="Line 14">
            <a:extLst>
              <a:ext uri="{FF2B5EF4-FFF2-40B4-BE49-F238E27FC236}">
                <a16:creationId xmlns:a16="http://schemas.microsoft.com/office/drawing/2014/main" id="{446D1FA8-6BEF-4C7C-9FEA-36A267A80F81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533400" y="6553200"/>
            <a:ext cx="8153400" cy="0"/>
          </a:xfrm>
          <a:prstGeom prst="line">
            <a:avLst/>
          </a:prstGeom>
          <a:noFill/>
          <a:ln w="57150" cap="sq">
            <a:solidFill>
              <a:srgbClr val="0033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l-GR"/>
          </a:p>
        </p:txBody>
      </p:sp>
      <p:sp>
        <p:nvSpPr>
          <p:cNvPr id="2063" name="Rectangle 15">
            <a:extLst>
              <a:ext uri="{FF2B5EF4-FFF2-40B4-BE49-F238E27FC236}">
                <a16:creationId xmlns:a16="http://schemas.microsoft.com/office/drawing/2014/main" id="{C2716A6F-186E-4F45-B6AF-8EED6C8835A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864475" y="6588125"/>
            <a:ext cx="1012825" cy="269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55305" tIns="27652" rIns="55305" bIns="27652"/>
          <a:lstStyle>
            <a:lvl1pPr defTabSz="55245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55245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55245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55245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55245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defTabSz="5524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defTabSz="5524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defTabSz="5524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defTabSz="5524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r" eaLnBrk="1" hangingPunct="1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None/>
              <a:defRPr/>
            </a:pPr>
            <a:fld id="{135EB4D9-80B2-40F7-A555-1B6E95BC26CE}" type="slidenum">
              <a:rPr lang="el-GR" altLang="el-GR" sz="1400" smtClean="0"/>
              <a:pPr algn="r" eaLnBrk="1" hangingPunct="1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None/>
                <a:defRPr/>
              </a:pPr>
              <a:t>‹#›</a:t>
            </a:fld>
            <a:endParaRPr lang="en-GB" altLang="el-GR" sz="1400"/>
          </a:p>
        </p:txBody>
      </p:sp>
      <p:sp>
        <p:nvSpPr>
          <p:cNvPr id="2064" name="Rectangle 16">
            <a:extLst>
              <a:ext uri="{FF2B5EF4-FFF2-40B4-BE49-F238E27FC236}">
                <a16:creationId xmlns:a16="http://schemas.microsoft.com/office/drawing/2014/main" id="{D7AAFAFD-0ECF-4960-A83B-4047B5AC7FB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534150"/>
            <a:ext cx="2895600" cy="279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spcBef>
                <a:spcPct val="0"/>
              </a:spcBef>
              <a:buClrTx/>
              <a:buSzTx/>
              <a:buFontTx/>
              <a:buNone/>
              <a:defRPr sz="1400"/>
            </a:lvl1pPr>
          </a:lstStyle>
          <a:p>
            <a:pPr>
              <a:defRPr/>
            </a:pPr>
            <a:r>
              <a:rPr lang="el-GR"/>
              <a:t>ΤΜΗΥΠ / ΕΕΣΤ</a:t>
            </a:r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72" r:id="rId1"/>
    <p:sldLayoutId id="2147483962" r:id="rId2"/>
    <p:sldLayoutId id="2147483963" r:id="rId3"/>
    <p:sldLayoutId id="2147483964" r:id="rId4"/>
    <p:sldLayoutId id="2147483965" r:id="rId5"/>
    <p:sldLayoutId id="2147483966" r:id="rId6"/>
    <p:sldLayoutId id="2147483967" r:id="rId7"/>
    <p:sldLayoutId id="2147483968" r:id="rId8"/>
    <p:sldLayoutId id="2147483969" r:id="rId9"/>
    <p:sldLayoutId id="2147483970" r:id="rId10"/>
    <p:sldLayoutId id="2147483971" r:id="rId11"/>
  </p:sldLayoutIdLst>
  <p:hf sldNum="0"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Verdana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Verdana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Verdana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Verdana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Verdana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Verdana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Verdana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Verdana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5000"/>
        <a:buFont typeface="Wingdings" panose="05000000000000000000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–"/>
        <a:defRPr sz="2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»"/>
        <a:defRPr sz="2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5000"/>
        <a:buFont typeface="Wingdings" panose="05000000000000000000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–"/>
        <a:defRPr sz="2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Char char="–"/>
        <a:defRPr sz="2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Char char="–"/>
        <a:defRPr sz="2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Char char="–"/>
        <a:defRPr sz="2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Char char="–"/>
        <a:defRPr sz="2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+mn-lt"/>
        </a:defRPr>
      </a:lvl9pPr>
    </p:bodyStyle>
    <p:otherStyle>
      <a:defPPr>
        <a:defRPr lang="el-G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wmf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wmf"/><Relationship Id="rId3" Type="http://schemas.openxmlformats.org/officeDocument/2006/relationships/oleObject" Target="../embeddings/oleObject2.bin"/><Relationship Id="rId7" Type="http://schemas.openxmlformats.org/officeDocument/2006/relationships/oleObject" Target="../embeddings/oleObject4.bin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wmf"/><Relationship Id="rId5" Type="http://schemas.openxmlformats.org/officeDocument/2006/relationships/oleObject" Target="../embeddings/oleObject3.bin"/><Relationship Id="rId4" Type="http://schemas.openxmlformats.org/officeDocument/2006/relationships/image" Target="../media/image2.w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wmf"/><Relationship Id="rId5" Type="http://schemas.openxmlformats.org/officeDocument/2006/relationships/oleObject" Target="../embeddings/oleObject6.bin"/><Relationship Id="rId4" Type="http://schemas.openxmlformats.org/officeDocument/2006/relationships/image" Target="../media/image1.w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wmf"/><Relationship Id="rId3" Type="http://schemas.openxmlformats.org/officeDocument/2006/relationships/oleObject" Target="../embeddings/oleObject7.bin"/><Relationship Id="rId7" Type="http://schemas.openxmlformats.org/officeDocument/2006/relationships/oleObject" Target="../embeddings/oleObject9.bin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wmf"/><Relationship Id="rId5" Type="http://schemas.openxmlformats.org/officeDocument/2006/relationships/oleObject" Target="../embeddings/oleObject8.bin"/><Relationship Id="rId4" Type="http://schemas.openxmlformats.org/officeDocument/2006/relationships/image" Target="../media/image7.w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wmf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wmf"/><Relationship Id="rId3" Type="http://schemas.openxmlformats.org/officeDocument/2006/relationships/oleObject" Target="../embeddings/oleObject11.bin"/><Relationship Id="rId7" Type="http://schemas.openxmlformats.org/officeDocument/2006/relationships/oleObject" Target="../embeddings/oleObject9.bin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wmf"/><Relationship Id="rId5" Type="http://schemas.openxmlformats.org/officeDocument/2006/relationships/oleObject" Target="../embeddings/oleObject12.bin"/><Relationship Id="rId4" Type="http://schemas.openxmlformats.org/officeDocument/2006/relationships/image" Target="../media/image11.w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wmf"/><Relationship Id="rId5" Type="http://schemas.openxmlformats.org/officeDocument/2006/relationships/oleObject" Target="../embeddings/oleObject14.bin"/><Relationship Id="rId4" Type="http://schemas.openxmlformats.org/officeDocument/2006/relationships/image" Target="../media/image13.wmf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wmf"/><Relationship Id="rId3" Type="http://schemas.openxmlformats.org/officeDocument/2006/relationships/oleObject" Target="../embeddings/oleObject15.bin"/><Relationship Id="rId7" Type="http://schemas.openxmlformats.org/officeDocument/2006/relationships/oleObject" Target="../embeddings/oleObject17.bin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wmf"/><Relationship Id="rId5" Type="http://schemas.openxmlformats.org/officeDocument/2006/relationships/oleObject" Target="../embeddings/oleObject16.bin"/><Relationship Id="rId4" Type="http://schemas.openxmlformats.org/officeDocument/2006/relationships/image" Target="../media/image15.wmf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wmf"/><Relationship Id="rId3" Type="http://schemas.openxmlformats.org/officeDocument/2006/relationships/oleObject" Target="../embeddings/oleObject2.bin"/><Relationship Id="rId7" Type="http://schemas.openxmlformats.org/officeDocument/2006/relationships/oleObject" Target="../embeddings/oleObject4.bin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wmf"/><Relationship Id="rId5" Type="http://schemas.openxmlformats.org/officeDocument/2006/relationships/oleObject" Target="../embeddings/oleObject3.bin"/><Relationship Id="rId4" Type="http://schemas.openxmlformats.org/officeDocument/2006/relationships/image" Target="../media/image2.wmf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8.bin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wm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9.bin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wmf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0.bin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wmf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1.bin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wmf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2.bin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wmf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3.bin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wmf"/><Relationship Id="rId5" Type="http://schemas.openxmlformats.org/officeDocument/2006/relationships/oleObject" Target="../embeddings/oleObject24.bin"/><Relationship Id="rId4" Type="http://schemas.openxmlformats.org/officeDocument/2006/relationships/image" Target="../media/image17.wmf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5.bin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wmf"/><Relationship Id="rId5" Type="http://schemas.openxmlformats.org/officeDocument/2006/relationships/oleObject" Target="../embeddings/oleObject26.bin"/><Relationship Id="rId4" Type="http://schemas.openxmlformats.org/officeDocument/2006/relationships/image" Target="../media/image24.wmf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7.bin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740" name="Rectangle 4">
            <a:extLst>
              <a:ext uri="{FF2B5EF4-FFF2-40B4-BE49-F238E27FC236}">
                <a16:creationId xmlns:a16="http://schemas.microsoft.com/office/drawing/2014/main" id="{461D97F3-22BB-4E3D-91F5-E09EA4233298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l-GR"/>
              <a:t>Ψηφιακές Τηλεπικοινωνίες</a:t>
            </a:r>
            <a:endParaRPr lang="en-US"/>
          </a:p>
        </p:txBody>
      </p:sp>
      <p:sp>
        <p:nvSpPr>
          <p:cNvPr id="500741" name="Rectangle 5">
            <a:extLst>
              <a:ext uri="{FF2B5EF4-FFF2-40B4-BE49-F238E27FC236}">
                <a16:creationId xmlns:a16="http://schemas.microsoft.com/office/drawing/2014/main" id="{DAA26A56-AB41-49BE-BF75-8A18581727C3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219200" y="3860800"/>
            <a:ext cx="6705600" cy="2057400"/>
          </a:xfrm>
        </p:spPr>
        <p:txBody>
          <a:bodyPr/>
          <a:lstStyle/>
          <a:p>
            <a:pPr eaLnBrk="1" hangingPunct="1">
              <a:defRPr/>
            </a:pPr>
            <a:r>
              <a:rPr lang="el-GR" dirty="0"/>
              <a:t>Βέλτιστος Δέκτης</a:t>
            </a:r>
            <a:r>
              <a:rPr lang="en-US" dirty="0"/>
              <a:t>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794" name="Rectangle 2">
            <a:extLst>
              <a:ext uri="{FF2B5EF4-FFF2-40B4-BE49-F238E27FC236}">
                <a16:creationId xmlns:a16="http://schemas.microsoft.com/office/drawing/2014/main" id="{0B5F5057-B4EF-463B-B146-58F9E005306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l-GR" dirty="0"/>
              <a:t>Σύνδεση με τα Προηγούμενα</a:t>
            </a:r>
            <a:endParaRPr lang="en-GB" dirty="0"/>
          </a:p>
        </p:txBody>
      </p:sp>
      <p:sp>
        <p:nvSpPr>
          <p:cNvPr id="545795" name="Rectangle 3">
            <a:extLst>
              <a:ext uri="{FF2B5EF4-FFF2-40B4-BE49-F238E27FC236}">
                <a16:creationId xmlns:a16="http://schemas.microsoft.com/office/drawing/2014/main" id="{5FC1F997-BFF5-4B1C-9441-845C741C50D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95288" y="836613"/>
            <a:ext cx="8641208" cy="5715000"/>
          </a:xfrm>
        </p:spPr>
        <p:txBody>
          <a:bodyPr/>
          <a:lstStyle/>
          <a:p>
            <a:pPr eaLnBrk="1" hangingPunct="1">
              <a:spcAft>
                <a:spcPts val="600"/>
              </a:spcAft>
              <a:defRPr/>
            </a:pPr>
            <a:r>
              <a:rPr lang="el-GR" dirty="0"/>
              <a:t>Επειδή το πραγματικό κανάλι είναι αναλογικό,</a:t>
            </a:r>
          </a:p>
          <a:p>
            <a:pPr lvl="1" eaLnBrk="1" hangingPunct="1">
              <a:spcAft>
                <a:spcPts val="600"/>
              </a:spcAft>
              <a:defRPr/>
            </a:pPr>
            <a:r>
              <a:rPr lang="el-GR" dirty="0"/>
              <a:t>κατά τη διαβίβαση ψηφιακής πληροφορίας,</a:t>
            </a:r>
          </a:p>
          <a:p>
            <a:pPr lvl="1" eaLnBrk="1" hangingPunct="1">
              <a:spcAft>
                <a:spcPts val="1200"/>
              </a:spcAft>
              <a:defRPr/>
            </a:pPr>
            <a:r>
              <a:rPr lang="el-GR" dirty="0"/>
              <a:t>αντιστοιχίζουμε τα σύμβολα σε αναλογικές κυματομορφές</a:t>
            </a:r>
          </a:p>
          <a:p>
            <a:pPr eaLnBrk="1" hangingPunct="1">
              <a:spcAft>
                <a:spcPts val="600"/>
              </a:spcAft>
              <a:defRPr/>
            </a:pPr>
            <a:r>
              <a:rPr lang="el-GR" dirty="0"/>
              <a:t>Τα </a:t>
            </a:r>
            <a:r>
              <a:rPr lang="en-US" dirty="0"/>
              <a:t>bits </a:t>
            </a:r>
            <a:r>
              <a:rPr lang="el-GR" dirty="0"/>
              <a:t>της δυαδικής πληροφορίας ομαδοποιούνται σε σύμβολα των </a:t>
            </a:r>
            <a:r>
              <a:rPr lang="en-US" i="1" dirty="0"/>
              <a:t>k=log</a:t>
            </a:r>
            <a:r>
              <a:rPr lang="en-US" i="1" baseline="-25000" dirty="0"/>
              <a:t>2</a:t>
            </a:r>
            <a:r>
              <a:rPr lang="en-US" i="1" dirty="0"/>
              <a:t>M</a:t>
            </a:r>
            <a:r>
              <a:rPr lang="en-US" dirty="0"/>
              <a:t> bits</a:t>
            </a:r>
            <a:endParaRPr lang="el-GR" dirty="0"/>
          </a:p>
          <a:p>
            <a:pPr eaLnBrk="1" hangingPunct="1">
              <a:spcAft>
                <a:spcPts val="600"/>
              </a:spcAft>
              <a:defRPr/>
            </a:pPr>
            <a:r>
              <a:rPr lang="el-GR" dirty="0"/>
              <a:t>Απαιτούνται </a:t>
            </a:r>
            <a:r>
              <a:rPr lang="el-GR" i="1" dirty="0"/>
              <a:t>Μ</a:t>
            </a:r>
            <a:r>
              <a:rPr lang="el-GR" dirty="0"/>
              <a:t> κυματομορφές που βρίσκονται σε έναν </a:t>
            </a:r>
            <a:r>
              <a:rPr lang="el-GR" i="1" dirty="0"/>
              <a:t>Ν</a:t>
            </a:r>
            <a:r>
              <a:rPr lang="el-GR" dirty="0"/>
              <a:t>-</a:t>
            </a:r>
            <a:r>
              <a:rPr lang="en-US" dirty="0"/>
              <a:t>D</a:t>
            </a:r>
            <a:r>
              <a:rPr lang="el-GR" dirty="0"/>
              <a:t> χώρο</a:t>
            </a:r>
            <a:r>
              <a:rPr lang="en-US" dirty="0"/>
              <a:t>  (N=1, 2, … )</a:t>
            </a:r>
            <a:endParaRPr lang="el-GR" dirty="0"/>
          </a:p>
          <a:p>
            <a:pPr eaLnBrk="1" hangingPunct="1">
              <a:spcAft>
                <a:spcPts val="600"/>
              </a:spcAft>
              <a:defRPr/>
            </a:pPr>
            <a:r>
              <a:rPr lang="el-GR" dirty="0"/>
              <a:t>Είδαμε κάποιες βασικές επιλογές ως προς τις κυματομορφές</a:t>
            </a:r>
            <a:endParaRPr lang="en-US" dirty="0"/>
          </a:p>
          <a:p>
            <a:pPr eaLnBrk="1" hangingPunct="1">
              <a:spcAft>
                <a:spcPts val="1200"/>
              </a:spcAft>
              <a:buFont typeface="Wingdings" panose="05000000000000000000" pitchFamily="2" charset="2"/>
              <a:buNone/>
              <a:defRPr/>
            </a:pPr>
            <a:r>
              <a:rPr lang="en-US" dirty="0"/>
              <a:t>   </a:t>
            </a:r>
            <a:r>
              <a:rPr lang="el-GR" dirty="0">
                <a:solidFill>
                  <a:srgbClr val="0033CC"/>
                </a:solidFill>
              </a:rPr>
              <a:t>Αντίποδες</a:t>
            </a:r>
            <a:r>
              <a:rPr lang="el-GR" dirty="0"/>
              <a:t>:  </a:t>
            </a:r>
            <a:r>
              <a:rPr lang="en-US" dirty="0"/>
              <a:t>ASK, PSK, QAM,</a:t>
            </a:r>
            <a:r>
              <a:rPr lang="el-GR" dirty="0"/>
              <a:t>  </a:t>
            </a:r>
            <a:r>
              <a:rPr lang="el-GR" dirty="0">
                <a:solidFill>
                  <a:srgbClr val="0033CC"/>
                </a:solidFill>
              </a:rPr>
              <a:t>Ορθογώνιες</a:t>
            </a:r>
            <a:r>
              <a:rPr lang="el-GR" dirty="0"/>
              <a:t>:</a:t>
            </a:r>
            <a:r>
              <a:rPr lang="en-US" dirty="0"/>
              <a:t>FSK</a:t>
            </a:r>
            <a:endParaRPr lang="el-GR" dirty="0"/>
          </a:p>
          <a:p>
            <a:pPr eaLnBrk="1" hangingPunct="1">
              <a:spcAft>
                <a:spcPts val="1200"/>
              </a:spcAft>
              <a:buFont typeface="Wingdings" panose="05000000000000000000" pitchFamily="2" charset="2"/>
              <a:buNone/>
              <a:defRPr/>
            </a:pPr>
            <a:r>
              <a:rPr lang="el-GR" dirty="0"/>
              <a:t>   </a:t>
            </a:r>
            <a:r>
              <a:rPr lang="el-GR" u="sng" dirty="0"/>
              <a:t>Διαστάσεις</a:t>
            </a:r>
            <a:r>
              <a:rPr lang="el-GR" dirty="0"/>
              <a:t>:  </a:t>
            </a:r>
            <a:r>
              <a:rPr lang="el-GR" dirty="0">
                <a:solidFill>
                  <a:srgbClr val="FF0000"/>
                </a:solidFill>
              </a:rPr>
              <a:t>1</a:t>
            </a:r>
            <a:r>
              <a:rPr lang="en-US" dirty="0">
                <a:solidFill>
                  <a:srgbClr val="FF0000"/>
                </a:solidFill>
              </a:rPr>
              <a:t>-D, 2-D, </a:t>
            </a:r>
            <a:r>
              <a:rPr lang="en-US">
                <a:solidFill>
                  <a:srgbClr val="FF0000"/>
                </a:solidFill>
              </a:rPr>
              <a:t>2-D                       </a:t>
            </a:r>
            <a:r>
              <a:rPr lang="el-GR">
                <a:solidFill>
                  <a:srgbClr val="FF0000"/>
                </a:solidFill>
              </a:rPr>
              <a:t>  </a:t>
            </a:r>
            <a:r>
              <a:rPr lang="en-US">
                <a:solidFill>
                  <a:srgbClr val="FF0000"/>
                </a:solidFill>
              </a:rPr>
              <a:t>N-D</a:t>
            </a:r>
            <a:endParaRPr lang="el-GR" dirty="0"/>
          </a:p>
          <a:p>
            <a:pPr eaLnBrk="1" hangingPunct="1">
              <a:lnSpc>
                <a:spcPts val="3200"/>
              </a:lnSpc>
              <a:spcAft>
                <a:spcPts val="600"/>
              </a:spcAft>
              <a:defRPr/>
            </a:pPr>
            <a:r>
              <a:rPr lang="el-GR" dirty="0"/>
              <a:t>Θα δούμε στη συνέχεια το πώς ο δέκτης διαχειρίζεται τις κυματομορφές του λαμβανόμενου σήματος προκειμένου να εξάγει την αρχική ψηφιακή πληροφορία </a:t>
            </a:r>
            <a:endParaRPr lang="en-GB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57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579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818" name="Rectangle 2">
            <a:extLst>
              <a:ext uri="{FF2B5EF4-FFF2-40B4-BE49-F238E27FC236}">
                <a16:creationId xmlns:a16="http://schemas.microsoft.com/office/drawing/2014/main" id="{5CF6990E-C004-42B5-8183-F27F30AF2AD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l-GR"/>
              <a:t>Εισαγωγή</a:t>
            </a:r>
            <a:endParaRPr lang="en-GB"/>
          </a:p>
        </p:txBody>
      </p:sp>
      <p:sp>
        <p:nvSpPr>
          <p:cNvPr id="546819" name="Rectangle 3">
            <a:extLst>
              <a:ext uri="{FF2B5EF4-FFF2-40B4-BE49-F238E27FC236}">
                <a16:creationId xmlns:a16="http://schemas.microsoft.com/office/drawing/2014/main" id="{C0DC04B9-A84B-476E-9788-A6A220BD1E2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27038" y="836613"/>
            <a:ext cx="8305800" cy="5715000"/>
          </a:xfrm>
        </p:spPr>
        <p:txBody>
          <a:bodyPr/>
          <a:lstStyle/>
          <a:p>
            <a:pPr marL="381000" indent="-381000" eaLnBrk="1" hangingPunct="1">
              <a:lnSpc>
                <a:spcPct val="125000"/>
              </a:lnSpc>
              <a:defRPr/>
            </a:pPr>
            <a:r>
              <a:rPr lang="el-GR" dirty="0"/>
              <a:t>Κατά τη διάρκεια μετάδοσης ενός συμβόλου, ο πομπός στέλνει την κυματομορφή </a:t>
            </a:r>
            <a:r>
              <a:rPr lang="en-US" dirty="0"/>
              <a:t> </a:t>
            </a:r>
            <a:r>
              <a:rPr lang="en-US" i="1" dirty="0" err="1">
                <a:solidFill>
                  <a:srgbClr val="0033CC"/>
                </a:solidFill>
              </a:rPr>
              <a:t>s</a:t>
            </a:r>
            <a:r>
              <a:rPr lang="en-US" i="1" baseline="-25000" dirty="0" err="1">
                <a:solidFill>
                  <a:srgbClr val="0033CC"/>
                </a:solidFill>
              </a:rPr>
              <a:t>m</a:t>
            </a:r>
            <a:r>
              <a:rPr lang="en-US" i="1" dirty="0">
                <a:solidFill>
                  <a:srgbClr val="0033CC"/>
                </a:solidFill>
              </a:rPr>
              <a:t>(t)</a:t>
            </a:r>
            <a:r>
              <a:rPr lang="el-GR" i="1" dirty="0">
                <a:solidFill>
                  <a:srgbClr val="0033CC"/>
                </a:solidFill>
              </a:rPr>
              <a:t> , </a:t>
            </a:r>
            <a:r>
              <a:rPr lang="en-US" i="1" dirty="0">
                <a:solidFill>
                  <a:srgbClr val="0033CC"/>
                </a:solidFill>
              </a:rPr>
              <a:t> m = 1, …, M</a:t>
            </a:r>
          </a:p>
          <a:p>
            <a:pPr marL="381000" indent="-381000" eaLnBrk="1" hangingPunct="1">
              <a:defRPr/>
            </a:pPr>
            <a:endParaRPr lang="el-GR" dirty="0"/>
          </a:p>
          <a:p>
            <a:pPr marL="381000" indent="-381000" eaLnBrk="1" hangingPunct="1">
              <a:spcAft>
                <a:spcPts val="600"/>
              </a:spcAft>
              <a:defRPr/>
            </a:pPr>
            <a:r>
              <a:rPr lang="el-GR" dirty="0"/>
              <a:t>Το κανάλι </a:t>
            </a:r>
            <a:r>
              <a:rPr lang="en-US" dirty="0"/>
              <a:t>AWGN </a:t>
            </a:r>
            <a:r>
              <a:rPr lang="el-GR" dirty="0"/>
              <a:t>εισάγει θόρυβο </a:t>
            </a:r>
            <a:r>
              <a:rPr lang="en-US" i="1" dirty="0">
                <a:solidFill>
                  <a:srgbClr val="0033CC"/>
                </a:solidFill>
              </a:rPr>
              <a:t>n(t)</a:t>
            </a:r>
            <a:endParaRPr lang="el-GR" i="1" dirty="0">
              <a:solidFill>
                <a:srgbClr val="0033CC"/>
              </a:solidFill>
            </a:endParaRPr>
          </a:p>
          <a:p>
            <a:pPr marL="838200" lvl="1" indent="-381000" eaLnBrk="1" hangingPunct="1">
              <a:defRPr/>
            </a:pPr>
            <a:r>
              <a:rPr lang="el-GR" dirty="0"/>
              <a:t>με φασματική πυκνότητα ισχύος </a:t>
            </a:r>
            <a:r>
              <a:rPr lang="en-US" dirty="0"/>
              <a:t> </a:t>
            </a:r>
            <a:r>
              <a:rPr lang="en-US" i="1" dirty="0" err="1">
                <a:solidFill>
                  <a:srgbClr val="0033CC"/>
                </a:solidFill>
              </a:rPr>
              <a:t>S</a:t>
            </a:r>
            <a:r>
              <a:rPr lang="en-US" i="1" baseline="-25000" dirty="0" err="1">
                <a:solidFill>
                  <a:srgbClr val="0033CC"/>
                </a:solidFill>
              </a:rPr>
              <a:t>n</a:t>
            </a:r>
            <a:r>
              <a:rPr lang="en-US" i="1" dirty="0">
                <a:solidFill>
                  <a:srgbClr val="0033CC"/>
                </a:solidFill>
              </a:rPr>
              <a:t>(f)=N</a:t>
            </a:r>
            <a:r>
              <a:rPr lang="en-US" i="1" baseline="-25000" dirty="0">
                <a:solidFill>
                  <a:srgbClr val="0033CC"/>
                </a:solidFill>
              </a:rPr>
              <a:t>0</a:t>
            </a:r>
            <a:r>
              <a:rPr lang="en-US" i="1" dirty="0">
                <a:solidFill>
                  <a:srgbClr val="0033CC"/>
                </a:solidFill>
              </a:rPr>
              <a:t>/2 [W/Hz]</a:t>
            </a:r>
            <a:endParaRPr lang="el-GR" i="1" dirty="0">
              <a:solidFill>
                <a:srgbClr val="0033CC"/>
              </a:solidFill>
            </a:endParaRPr>
          </a:p>
          <a:p>
            <a:pPr marL="381000" indent="-381000" eaLnBrk="1" hangingPunct="1">
              <a:defRPr/>
            </a:pPr>
            <a:endParaRPr lang="el-GR" dirty="0"/>
          </a:p>
          <a:p>
            <a:pPr marL="381000" indent="-381000" eaLnBrk="1" hangingPunct="1">
              <a:defRPr/>
            </a:pPr>
            <a:endParaRPr lang="en-US" dirty="0"/>
          </a:p>
          <a:p>
            <a:pPr marL="381000" indent="-381000" eaLnBrk="1" hangingPunct="1">
              <a:defRPr/>
            </a:pPr>
            <a:r>
              <a:rPr lang="el-GR" dirty="0"/>
              <a:t>Ο δέκτης λαμβάνει</a:t>
            </a:r>
          </a:p>
          <a:p>
            <a:pPr marL="381000" indent="-381000" eaLnBrk="1" hangingPunct="1">
              <a:defRPr/>
            </a:pPr>
            <a:endParaRPr lang="el-GR" dirty="0"/>
          </a:p>
          <a:p>
            <a:pPr marL="381000" indent="-381000" eaLnBrk="1" hangingPunct="1">
              <a:defRPr/>
            </a:pPr>
            <a:endParaRPr lang="el-GR" dirty="0"/>
          </a:p>
          <a:p>
            <a:pPr marL="381000" indent="-381000" eaLnBrk="1" hangingPunct="1">
              <a:lnSpc>
                <a:spcPct val="150000"/>
              </a:lnSpc>
              <a:defRPr/>
            </a:pPr>
            <a:r>
              <a:rPr lang="el-GR" dirty="0"/>
              <a:t>Παρατηρώντας το </a:t>
            </a:r>
            <a:r>
              <a:rPr lang="en-US" i="1" dirty="0">
                <a:solidFill>
                  <a:srgbClr val="0033CC"/>
                </a:solidFill>
              </a:rPr>
              <a:t>r(t)</a:t>
            </a:r>
            <a:r>
              <a:rPr lang="el-GR" dirty="0">
                <a:solidFill>
                  <a:srgbClr val="0033CC"/>
                </a:solidFill>
              </a:rPr>
              <a:t> </a:t>
            </a:r>
            <a:r>
              <a:rPr lang="el-GR" dirty="0"/>
              <a:t>καλείται να πάρει μια απόφαση για το ποιο από τα σύμβολα </a:t>
            </a:r>
            <a:r>
              <a:rPr lang="el-GR" i="1" dirty="0">
                <a:solidFill>
                  <a:srgbClr val="0033CC"/>
                </a:solidFill>
              </a:rPr>
              <a:t>{</a:t>
            </a:r>
            <a:r>
              <a:rPr lang="en-US" i="1" dirty="0" err="1">
                <a:solidFill>
                  <a:srgbClr val="0033CC"/>
                </a:solidFill>
              </a:rPr>
              <a:t>s</a:t>
            </a:r>
            <a:r>
              <a:rPr lang="en-US" i="1" baseline="-25000" dirty="0" err="1">
                <a:solidFill>
                  <a:srgbClr val="0033CC"/>
                </a:solidFill>
              </a:rPr>
              <a:t>m</a:t>
            </a:r>
            <a:r>
              <a:rPr lang="el-GR" i="1" dirty="0">
                <a:solidFill>
                  <a:srgbClr val="0033CC"/>
                </a:solidFill>
              </a:rPr>
              <a:t>}</a:t>
            </a:r>
            <a:r>
              <a:rPr lang="el-GR" dirty="0">
                <a:solidFill>
                  <a:srgbClr val="0033CC"/>
                </a:solidFill>
              </a:rPr>
              <a:t> </a:t>
            </a:r>
            <a:r>
              <a:rPr lang="el-GR" dirty="0"/>
              <a:t>στάλθηκε</a:t>
            </a:r>
            <a:endParaRPr lang="en-US" dirty="0"/>
          </a:p>
          <a:p>
            <a:pPr marL="381000" indent="-381000" eaLnBrk="1" hangingPunct="1">
              <a:defRPr/>
            </a:pPr>
            <a:endParaRPr lang="el-GR" dirty="0">
              <a:solidFill>
                <a:srgbClr val="0033CC"/>
              </a:solidFill>
            </a:endParaRPr>
          </a:p>
          <a:p>
            <a:pPr marL="381000" indent="-381000" eaLnBrk="1" hangingPunct="1">
              <a:defRPr/>
            </a:pPr>
            <a:r>
              <a:rPr lang="el-GR" dirty="0">
                <a:solidFill>
                  <a:srgbClr val="0033CC"/>
                </a:solidFill>
              </a:rPr>
              <a:t>Ζητούμενο:</a:t>
            </a:r>
            <a:r>
              <a:rPr lang="el-GR" dirty="0"/>
              <a:t> ποιος είναι ο βέλτιστος δέκτης; </a:t>
            </a:r>
          </a:p>
        </p:txBody>
      </p:sp>
      <p:graphicFrame>
        <p:nvGraphicFramePr>
          <p:cNvPr id="9221" name="Object 4">
            <a:extLst>
              <a:ext uri="{FF2B5EF4-FFF2-40B4-BE49-F238E27FC236}">
                <a16:creationId xmlns:a16="http://schemas.microsoft.com/office/drawing/2014/main" id="{E8F94855-A053-41A1-BE7D-9C9D8934005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657600" y="3500438"/>
          <a:ext cx="3860800" cy="528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854200" imgH="254000" progId="Equation.DSMT4">
                  <p:embed/>
                </p:oleObj>
              </mc:Choice>
              <mc:Fallback>
                <p:oleObj name="Equation" r:id="rId3" imgW="1854200" imgH="254000" progId="Equation.DSMT4">
                  <p:embed/>
                  <p:pic>
                    <p:nvPicPr>
                      <p:cNvPr id="9221" name="Object 4">
                        <a:extLst>
                          <a:ext uri="{FF2B5EF4-FFF2-40B4-BE49-F238E27FC236}">
                            <a16:creationId xmlns:a16="http://schemas.microsoft.com/office/drawing/2014/main" id="{E8F94855-A053-41A1-BE7D-9C9D8934005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57600" y="3500438"/>
                        <a:ext cx="3860800" cy="528637"/>
                      </a:xfrm>
                      <a:prstGeom prst="rect">
                        <a:avLst/>
                      </a:prstGeom>
                      <a:solidFill>
                        <a:srgbClr val="FFE0A3"/>
                      </a:solidFill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842" name="Rectangle 2">
            <a:extLst>
              <a:ext uri="{FF2B5EF4-FFF2-40B4-BE49-F238E27FC236}">
                <a16:creationId xmlns:a16="http://schemas.microsoft.com/office/drawing/2014/main" id="{A89C3107-6391-4087-BF05-85B9AB0A191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l-GR"/>
              <a:t>Βασικά Τμήματα Βέλτιστου Δέκτη</a:t>
            </a:r>
            <a:endParaRPr lang="en-GB"/>
          </a:p>
        </p:txBody>
      </p:sp>
      <p:sp>
        <p:nvSpPr>
          <p:cNvPr id="547843" name="Rectangle 3">
            <a:extLst>
              <a:ext uri="{FF2B5EF4-FFF2-40B4-BE49-F238E27FC236}">
                <a16:creationId xmlns:a16="http://schemas.microsoft.com/office/drawing/2014/main" id="{F1F5A306-DB80-443D-8E89-92762D9A927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95288" y="4437063"/>
            <a:ext cx="4105275" cy="1439862"/>
          </a:xfrm>
          <a:ln cap="flat">
            <a:solidFill>
              <a:schemeClr val="tx1"/>
            </a:solidFill>
            <a:prstDash val="sysDot"/>
          </a:ln>
        </p:spPr>
        <p:txBody>
          <a:bodyPr/>
          <a:lstStyle/>
          <a:p>
            <a:pPr marL="381000" indent="-381000"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l-GR" dirty="0"/>
              <a:t> Μπορεί να είναι είτε</a:t>
            </a:r>
          </a:p>
          <a:p>
            <a:pPr marL="381000" indent="-381000"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l-GR" u="sng" dirty="0">
                <a:solidFill>
                  <a:srgbClr val="0033CC"/>
                </a:solidFill>
              </a:rPr>
              <a:t>Αποδιαμορφωτής Συσχέτισης</a:t>
            </a:r>
            <a:endParaRPr lang="en-US" u="sng" dirty="0">
              <a:solidFill>
                <a:srgbClr val="0033CC"/>
              </a:solidFill>
            </a:endParaRPr>
          </a:p>
          <a:p>
            <a:pPr marL="0" indent="-381000"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l-GR" dirty="0"/>
              <a:t> είτε  </a:t>
            </a:r>
            <a:r>
              <a:rPr lang="el-GR" dirty="0">
                <a:solidFill>
                  <a:srgbClr val="0033CC"/>
                </a:solidFill>
              </a:rPr>
              <a:t>Αποδιαμορφωτής Προσαρμοσμένων Φίλτρων</a:t>
            </a:r>
            <a:endParaRPr lang="en-GB" dirty="0">
              <a:solidFill>
                <a:srgbClr val="0033CC"/>
              </a:solidFill>
            </a:endParaRPr>
          </a:p>
        </p:txBody>
      </p:sp>
      <p:sp>
        <p:nvSpPr>
          <p:cNvPr id="11269" name="Text Box 6">
            <a:extLst>
              <a:ext uri="{FF2B5EF4-FFF2-40B4-BE49-F238E27FC236}">
                <a16:creationId xmlns:a16="http://schemas.microsoft.com/office/drawing/2014/main" id="{DA245240-AAD7-44FB-B65B-7A5CBE4D1E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2346325"/>
            <a:ext cx="2971800" cy="714375"/>
          </a:xfrm>
          <a:prstGeom prst="rect">
            <a:avLst/>
          </a:prstGeom>
          <a:solidFill>
            <a:srgbClr val="FFFF99"/>
          </a:solidFill>
          <a:ln w="12700" cap="sq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el-GR" altLang="el-GR"/>
              <a:t>ΑΠΟΔΙΑΜΟΡΦΩΤΗΣ </a:t>
            </a:r>
            <a:br>
              <a:rPr lang="el-GR" altLang="el-GR"/>
            </a:br>
            <a:r>
              <a:rPr lang="el-GR" altLang="el-GR"/>
              <a:t>ΣΗΜΑΤΟΣ</a:t>
            </a:r>
            <a:endParaRPr lang="en-GB" altLang="el-GR"/>
          </a:p>
        </p:txBody>
      </p:sp>
      <p:sp>
        <p:nvSpPr>
          <p:cNvPr id="11270" name="Text Box 8">
            <a:extLst>
              <a:ext uri="{FF2B5EF4-FFF2-40B4-BE49-F238E27FC236}">
                <a16:creationId xmlns:a16="http://schemas.microsoft.com/office/drawing/2014/main" id="{BA783393-8154-4A80-B6EF-5B0EBA1E12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53000" y="2346325"/>
            <a:ext cx="2971800" cy="714375"/>
          </a:xfrm>
          <a:prstGeom prst="rect">
            <a:avLst/>
          </a:prstGeom>
          <a:solidFill>
            <a:srgbClr val="CCFFFF"/>
          </a:solidFill>
          <a:ln w="12700" cap="sq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el-GR" altLang="el-GR"/>
              <a:t>ΦΩΡΑΤΗΣ</a:t>
            </a:r>
            <a:br>
              <a:rPr lang="el-GR" altLang="el-GR"/>
            </a:br>
            <a:endParaRPr lang="en-GB" altLang="el-GR"/>
          </a:p>
        </p:txBody>
      </p:sp>
      <p:sp>
        <p:nvSpPr>
          <p:cNvPr id="11271" name="Line 9">
            <a:extLst>
              <a:ext uri="{FF2B5EF4-FFF2-40B4-BE49-F238E27FC236}">
                <a16:creationId xmlns:a16="http://schemas.microsoft.com/office/drawing/2014/main" id="{ADB03CD5-EC05-4228-8389-F8D4A1C8707A}"/>
              </a:ext>
            </a:extLst>
          </p:cNvPr>
          <p:cNvSpPr>
            <a:spLocks noChangeShapeType="1"/>
          </p:cNvSpPr>
          <p:nvPr/>
        </p:nvSpPr>
        <p:spPr bwMode="auto">
          <a:xfrm>
            <a:off x="381000" y="2727325"/>
            <a:ext cx="762000" cy="0"/>
          </a:xfrm>
          <a:prstGeom prst="line">
            <a:avLst/>
          </a:prstGeom>
          <a:noFill/>
          <a:ln w="38100" cap="sq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l-GR"/>
          </a:p>
        </p:txBody>
      </p:sp>
      <p:sp>
        <p:nvSpPr>
          <p:cNvPr id="11272" name="Line 10">
            <a:extLst>
              <a:ext uri="{FF2B5EF4-FFF2-40B4-BE49-F238E27FC236}">
                <a16:creationId xmlns:a16="http://schemas.microsoft.com/office/drawing/2014/main" id="{E3FEF47B-3A82-4EDD-A7D8-0F9DDF41EAD4}"/>
              </a:ext>
            </a:extLst>
          </p:cNvPr>
          <p:cNvSpPr>
            <a:spLocks noChangeShapeType="1"/>
          </p:cNvSpPr>
          <p:nvPr/>
        </p:nvSpPr>
        <p:spPr bwMode="auto">
          <a:xfrm>
            <a:off x="4191000" y="2727325"/>
            <a:ext cx="762000" cy="0"/>
          </a:xfrm>
          <a:prstGeom prst="line">
            <a:avLst/>
          </a:prstGeom>
          <a:noFill/>
          <a:ln w="38100" cap="sq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l-GR"/>
          </a:p>
        </p:txBody>
      </p:sp>
      <p:sp>
        <p:nvSpPr>
          <p:cNvPr id="11273" name="Line 11">
            <a:extLst>
              <a:ext uri="{FF2B5EF4-FFF2-40B4-BE49-F238E27FC236}">
                <a16:creationId xmlns:a16="http://schemas.microsoft.com/office/drawing/2014/main" id="{CEB2D41E-2829-48B4-B639-194B8C3CC99D}"/>
              </a:ext>
            </a:extLst>
          </p:cNvPr>
          <p:cNvSpPr>
            <a:spLocks noChangeShapeType="1"/>
          </p:cNvSpPr>
          <p:nvPr/>
        </p:nvSpPr>
        <p:spPr bwMode="auto">
          <a:xfrm>
            <a:off x="7924800" y="2727325"/>
            <a:ext cx="762000" cy="0"/>
          </a:xfrm>
          <a:prstGeom prst="line">
            <a:avLst/>
          </a:prstGeom>
          <a:noFill/>
          <a:ln w="38100" cap="sq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l-GR"/>
          </a:p>
        </p:txBody>
      </p:sp>
      <p:graphicFrame>
        <p:nvGraphicFramePr>
          <p:cNvPr id="11274" name="Object 13">
            <a:extLst>
              <a:ext uri="{FF2B5EF4-FFF2-40B4-BE49-F238E27FC236}">
                <a16:creationId xmlns:a16="http://schemas.microsoft.com/office/drawing/2014/main" id="{6DF30298-3BD7-49F9-9914-243F80DA90C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4925" y="2708275"/>
          <a:ext cx="68580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304536" imgH="253780" progId="Equation.DSMT4">
                  <p:embed/>
                </p:oleObj>
              </mc:Choice>
              <mc:Fallback>
                <p:oleObj name="Equation" r:id="rId3" imgW="304536" imgH="253780" progId="Equation.DSMT4">
                  <p:embed/>
                  <p:pic>
                    <p:nvPicPr>
                      <p:cNvPr id="11274" name="Object 13">
                        <a:extLst>
                          <a:ext uri="{FF2B5EF4-FFF2-40B4-BE49-F238E27FC236}">
                            <a16:creationId xmlns:a16="http://schemas.microsoft.com/office/drawing/2014/main" id="{6DF30298-3BD7-49F9-9914-243F80DA90C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925" y="2708275"/>
                        <a:ext cx="685800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E0A3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75" name="Object 14">
            <a:extLst>
              <a:ext uri="{FF2B5EF4-FFF2-40B4-BE49-F238E27FC236}">
                <a16:creationId xmlns:a16="http://schemas.microsoft.com/office/drawing/2014/main" id="{0C580322-3BCF-451D-8667-9953DBE7C7F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00400" y="3594100"/>
          <a:ext cx="2400300" cy="628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066800" imgH="279400" progId="Equation.DSMT4">
                  <p:embed/>
                </p:oleObj>
              </mc:Choice>
              <mc:Fallback>
                <p:oleObj name="Equation" r:id="rId5" imgW="1066800" imgH="279400" progId="Equation.DSMT4">
                  <p:embed/>
                  <p:pic>
                    <p:nvPicPr>
                      <p:cNvPr id="11275" name="Object 14">
                        <a:extLst>
                          <a:ext uri="{FF2B5EF4-FFF2-40B4-BE49-F238E27FC236}">
                            <a16:creationId xmlns:a16="http://schemas.microsoft.com/office/drawing/2014/main" id="{0C580322-3BCF-451D-8667-9953DBE7C7F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0400" y="3594100"/>
                        <a:ext cx="2400300" cy="628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E0A3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76" name="Object 15">
            <a:extLst>
              <a:ext uri="{FF2B5EF4-FFF2-40B4-BE49-F238E27FC236}">
                <a16:creationId xmlns:a16="http://schemas.microsoft.com/office/drawing/2014/main" id="{43718777-3234-4DDE-AC33-D99D5460E36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493125" y="2854325"/>
          <a:ext cx="400050" cy="514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77646" imgH="228402" progId="Equation.DSMT4">
                  <p:embed/>
                </p:oleObj>
              </mc:Choice>
              <mc:Fallback>
                <p:oleObj name="Equation" r:id="rId7" imgW="177646" imgH="228402" progId="Equation.DSMT4">
                  <p:embed/>
                  <p:pic>
                    <p:nvPicPr>
                      <p:cNvPr id="11276" name="Object 15">
                        <a:extLst>
                          <a:ext uri="{FF2B5EF4-FFF2-40B4-BE49-F238E27FC236}">
                            <a16:creationId xmlns:a16="http://schemas.microsoft.com/office/drawing/2014/main" id="{43718777-3234-4DDE-AC33-D99D5460E36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93125" y="2854325"/>
                        <a:ext cx="400050" cy="514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E0A3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47856" name="Rectangle 16">
            <a:extLst>
              <a:ext uri="{FF2B5EF4-FFF2-40B4-BE49-F238E27FC236}">
                <a16:creationId xmlns:a16="http://schemas.microsoft.com/office/drawing/2014/main" id="{CA3D8C9B-7A38-421B-AE6F-C16D1CE95F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39975" y="917575"/>
            <a:ext cx="4392613" cy="11430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lIns="91430" tIns="45715" rIns="91430" bIns="45715"/>
          <a:lstStyle/>
          <a:p>
            <a:pPr algn="ctr" eaLnBrk="1" hangingPunct="1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lang="el-GR" dirty="0">
                <a:solidFill>
                  <a:srgbClr val="00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rPr>
              <a:t>Ελαχιστοποιεί την πιθανότητα σφάλματος απόφασης</a:t>
            </a:r>
            <a:endParaRPr lang="en-GB" dirty="0">
              <a:solidFill>
                <a:srgbClr val="0033CC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Verdana" pitchFamily="34" charset="0"/>
            </a:endParaRPr>
          </a:p>
        </p:txBody>
      </p:sp>
      <p:sp>
        <p:nvSpPr>
          <p:cNvPr id="11278" name="Rectangle 17">
            <a:extLst>
              <a:ext uri="{FF2B5EF4-FFF2-40B4-BE49-F238E27FC236}">
                <a16:creationId xmlns:a16="http://schemas.microsoft.com/office/drawing/2014/main" id="{E7ED0A15-BE4C-4E98-A34E-71A352E78C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00" y="1989138"/>
            <a:ext cx="7315200" cy="1295400"/>
          </a:xfrm>
          <a:prstGeom prst="rect">
            <a:avLst/>
          </a:prstGeom>
          <a:noFill/>
          <a:ln w="12700">
            <a:solidFill>
              <a:schemeClr val="tx1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 eaLnBrk="1" hangingPunct="1"/>
            <a:endParaRPr lang="el-GR" altLang="el-GR">
              <a:latin typeface="Tahoma" panose="020B0604030504040204" pitchFamily="34" charset="0"/>
            </a:endParaRPr>
          </a:p>
        </p:txBody>
      </p:sp>
      <p:sp>
        <p:nvSpPr>
          <p:cNvPr id="11279" name="Line 18">
            <a:extLst>
              <a:ext uri="{FF2B5EF4-FFF2-40B4-BE49-F238E27FC236}">
                <a16:creationId xmlns:a16="http://schemas.microsoft.com/office/drawing/2014/main" id="{7FE425AF-3933-4F7B-8AAE-AB391D960CF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635375" y="2852738"/>
            <a:ext cx="936625" cy="720725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l-GR"/>
          </a:p>
        </p:txBody>
      </p:sp>
      <p:sp>
        <p:nvSpPr>
          <p:cNvPr id="11280" name="Line 19">
            <a:extLst>
              <a:ext uri="{FF2B5EF4-FFF2-40B4-BE49-F238E27FC236}">
                <a16:creationId xmlns:a16="http://schemas.microsoft.com/office/drawing/2014/main" id="{3B5BC0FF-FF0F-4461-9BE5-139D128129D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051050" y="3141663"/>
            <a:ext cx="217488" cy="1223962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l-GR"/>
          </a:p>
        </p:txBody>
      </p:sp>
      <p:sp>
        <p:nvSpPr>
          <p:cNvPr id="547860" name="Rectangle 20">
            <a:extLst>
              <a:ext uri="{FF2B5EF4-FFF2-40B4-BE49-F238E27FC236}">
                <a16:creationId xmlns:a16="http://schemas.microsoft.com/office/drawing/2014/main" id="{1A56F11F-BD97-4E6B-B73C-46F918AEEF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03800" y="4724400"/>
            <a:ext cx="3840163" cy="1600200"/>
          </a:xfrm>
          <a:prstGeom prst="rect">
            <a:avLst/>
          </a:prstGeom>
          <a:noFill/>
          <a:ln w="12700">
            <a:solidFill>
              <a:schemeClr val="tx1"/>
            </a:solidFill>
            <a:prstDash val="sysDot"/>
            <a:miter lim="800000"/>
            <a:headEnd type="none" w="sm" len="sm"/>
            <a:tailEnd type="none" w="sm" len="sm"/>
          </a:ln>
          <a:effectLst/>
        </p:spPr>
        <p:txBody>
          <a:bodyPr lIns="91430" tIns="45715" rIns="91430" bIns="45715"/>
          <a:lstStyle/>
          <a:p>
            <a:pPr marL="381000" indent="-381000" eaLnBrk="1" hangingPunct="1">
              <a:lnSpc>
                <a:spcPct val="9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lang="el-GR"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rPr>
              <a:t>    Αποφασίζει ποια από τις Μ κυματομορφές μεταδόθηκε βασισμένος στην παρατήρηση του διανύσματος </a:t>
            </a:r>
            <a:r>
              <a:rPr lang="en-US" b="1"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rPr>
              <a:t>r</a:t>
            </a:r>
            <a:endParaRPr lang="en-GB" b="1">
              <a:effectLst>
                <a:outerShdw blurRad="38100" dist="38100" dir="2700000" algn="tl">
                  <a:srgbClr val="C0C0C0"/>
                </a:outerShdw>
              </a:effectLst>
              <a:latin typeface="Verdana" pitchFamily="34" charset="0"/>
            </a:endParaRPr>
          </a:p>
        </p:txBody>
      </p:sp>
      <p:sp>
        <p:nvSpPr>
          <p:cNvPr id="11282" name="Line 21">
            <a:extLst>
              <a:ext uri="{FF2B5EF4-FFF2-40B4-BE49-F238E27FC236}">
                <a16:creationId xmlns:a16="http://schemas.microsoft.com/office/drawing/2014/main" id="{DBE968CA-4DA6-4D16-B307-C40343FF31DE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6588125" y="3138488"/>
            <a:ext cx="504825" cy="1585912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l-G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866" name="Rectangle 2">
            <a:extLst>
              <a:ext uri="{FF2B5EF4-FFF2-40B4-BE49-F238E27FC236}">
                <a16:creationId xmlns:a16="http://schemas.microsoft.com/office/drawing/2014/main" id="{D9D4B240-36B0-433B-A087-B4B8DB63D7F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l-GR"/>
              <a:t>Αποδιαμορφωτής Συσχέτισης</a:t>
            </a:r>
            <a:endParaRPr lang="en-GB"/>
          </a:p>
        </p:txBody>
      </p:sp>
      <p:sp>
        <p:nvSpPr>
          <p:cNvPr id="548867" name="Rectangle 3">
            <a:extLst>
              <a:ext uri="{FF2B5EF4-FFF2-40B4-BE49-F238E27FC236}">
                <a16:creationId xmlns:a16="http://schemas.microsoft.com/office/drawing/2014/main" id="{E7380F9F-69B3-4A92-82B4-F8A308DA7EB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27038" y="882650"/>
            <a:ext cx="8305800" cy="5715000"/>
          </a:xfrm>
        </p:spPr>
        <p:txBody>
          <a:bodyPr/>
          <a:lstStyle/>
          <a:p>
            <a:pPr eaLnBrk="1" hangingPunct="1">
              <a:lnSpc>
                <a:spcPts val="3200"/>
              </a:lnSpc>
              <a:defRPr/>
            </a:pPr>
            <a:r>
              <a:rPr lang="el-GR" dirty="0"/>
              <a:t>Λειτουργία:</a:t>
            </a:r>
          </a:p>
          <a:p>
            <a:pPr lvl="1" eaLnBrk="1" hangingPunct="1">
              <a:lnSpc>
                <a:spcPts val="3200"/>
              </a:lnSpc>
              <a:defRPr/>
            </a:pPr>
            <a:r>
              <a:rPr lang="el-GR" dirty="0">
                <a:solidFill>
                  <a:srgbClr val="0033CC"/>
                </a:solidFill>
              </a:rPr>
              <a:t>είσοδος:</a:t>
            </a:r>
            <a:r>
              <a:rPr lang="el-GR" dirty="0"/>
              <a:t> η λαμβανόμενη αναλογική κυματομορφή </a:t>
            </a:r>
            <a:r>
              <a:rPr lang="en-US" i="1" dirty="0"/>
              <a:t>r(t)</a:t>
            </a:r>
          </a:p>
          <a:p>
            <a:pPr lvl="1" eaLnBrk="1" hangingPunct="1">
              <a:lnSpc>
                <a:spcPts val="3200"/>
              </a:lnSpc>
              <a:defRPr/>
            </a:pPr>
            <a:r>
              <a:rPr lang="el-GR" dirty="0">
                <a:solidFill>
                  <a:srgbClr val="0033CC"/>
                </a:solidFill>
              </a:rPr>
              <a:t>έξοδος: </a:t>
            </a:r>
            <a:r>
              <a:rPr lang="el-GR" dirty="0"/>
              <a:t> ένα </a:t>
            </a:r>
            <a:r>
              <a:rPr lang="el-GR" i="1" dirty="0"/>
              <a:t>Ν</a:t>
            </a:r>
            <a:r>
              <a:rPr lang="el-GR" dirty="0"/>
              <a:t>-διάστατο διάνυσμα</a:t>
            </a:r>
          </a:p>
          <a:p>
            <a:pPr eaLnBrk="1" hangingPunct="1">
              <a:defRPr/>
            </a:pPr>
            <a:endParaRPr lang="el-GR" dirty="0"/>
          </a:p>
          <a:p>
            <a:pPr eaLnBrk="1" hangingPunct="1">
              <a:defRPr/>
            </a:pPr>
            <a:r>
              <a:rPr lang="el-GR" dirty="0"/>
              <a:t>Το λαμβανόμενο σήμα </a:t>
            </a:r>
          </a:p>
          <a:p>
            <a:pPr eaLnBrk="1" hangingPunct="1">
              <a:buFont typeface="Wingdings" panose="05000000000000000000" pitchFamily="2" charset="2"/>
              <a:buNone/>
              <a:defRPr/>
            </a:pPr>
            <a:endParaRPr lang="el-GR" dirty="0"/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l-GR" dirty="0"/>
              <a:t>     προβάλλεται στις διαστάσεις του χώρου κυματομορφών</a:t>
            </a:r>
          </a:p>
          <a:p>
            <a:pPr eaLnBrk="1" hangingPunct="1">
              <a:buFont typeface="Wingdings" panose="05000000000000000000" pitchFamily="2" charset="2"/>
              <a:buNone/>
              <a:defRPr/>
            </a:pPr>
            <a:endParaRPr lang="en-US" dirty="0"/>
          </a:p>
          <a:p>
            <a:pPr eaLnBrk="1" hangingPunct="1">
              <a:lnSpc>
                <a:spcPct val="150000"/>
              </a:lnSpc>
              <a:defRPr/>
            </a:pPr>
            <a:r>
              <a:rPr lang="el-GR" dirty="0"/>
              <a:t>Πώς υπολογίζονται οι </a:t>
            </a:r>
            <a:r>
              <a:rPr lang="el-GR" dirty="0">
                <a:solidFill>
                  <a:srgbClr val="0033CC"/>
                </a:solidFill>
              </a:rPr>
              <a:t>προβολές</a:t>
            </a:r>
            <a:r>
              <a:rPr lang="el-GR" dirty="0"/>
              <a:t>;</a:t>
            </a:r>
          </a:p>
          <a:p>
            <a:pPr lvl="1" eaLnBrk="1" hangingPunct="1">
              <a:lnSpc>
                <a:spcPct val="125000"/>
              </a:lnSpc>
              <a:defRPr/>
            </a:pPr>
            <a:r>
              <a:rPr lang="el-GR" dirty="0"/>
              <a:t>ολοκλήρωση του λαμβανόμενου σήματος με την αντίστοιχη συνάρτηση βάσης</a:t>
            </a:r>
          </a:p>
          <a:p>
            <a:pPr lvl="1" eaLnBrk="1" hangingPunct="1">
              <a:lnSpc>
                <a:spcPct val="150000"/>
              </a:lnSpc>
              <a:defRPr/>
            </a:pPr>
            <a:r>
              <a:rPr lang="el-GR" i="1" dirty="0"/>
              <a:t>Ν</a:t>
            </a:r>
            <a:r>
              <a:rPr lang="el-GR" dirty="0"/>
              <a:t> ολοκληρώσεις (συσχετίσεις)</a:t>
            </a:r>
            <a:r>
              <a:rPr lang="en-US" dirty="0"/>
              <a:t> </a:t>
            </a:r>
            <a:r>
              <a:rPr lang="en-US" dirty="0">
                <a:sym typeface="Wingdings" pitchFamily="2" charset="2"/>
              </a:rPr>
              <a:t></a:t>
            </a:r>
            <a:endParaRPr lang="en-GB" dirty="0"/>
          </a:p>
        </p:txBody>
      </p:sp>
      <p:graphicFrame>
        <p:nvGraphicFramePr>
          <p:cNvPr id="13317" name="Object 4">
            <a:extLst>
              <a:ext uri="{FF2B5EF4-FFF2-40B4-BE49-F238E27FC236}">
                <a16:creationId xmlns:a16="http://schemas.microsoft.com/office/drawing/2014/main" id="{C25FFCB8-CA1A-4987-B080-6740BB9DF0D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878263" y="2636838"/>
          <a:ext cx="3573462" cy="488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854200" imgH="254000" progId="Equation.DSMT4">
                  <p:embed/>
                </p:oleObj>
              </mc:Choice>
              <mc:Fallback>
                <p:oleObj name="Equation" r:id="rId3" imgW="1854200" imgH="254000" progId="Equation.DSMT4">
                  <p:embed/>
                  <p:pic>
                    <p:nvPicPr>
                      <p:cNvPr id="13317" name="Object 4">
                        <a:extLst>
                          <a:ext uri="{FF2B5EF4-FFF2-40B4-BE49-F238E27FC236}">
                            <a16:creationId xmlns:a16="http://schemas.microsoft.com/office/drawing/2014/main" id="{C25FFCB8-CA1A-4987-B080-6740BB9DF0D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78263" y="2636838"/>
                        <a:ext cx="3573462" cy="488950"/>
                      </a:xfrm>
                      <a:prstGeom prst="rect">
                        <a:avLst/>
                      </a:prstGeom>
                      <a:solidFill>
                        <a:srgbClr val="FFE0A3"/>
                      </a:solidFill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18" name="Object 5">
            <a:extLst>
              <a:ext uri="{FF2B5EF4-FFF2-40B4-BE49-F238E27FC236}">
                <a16:creationId xmlns:a16="http://schemas.microsoft.com/office/drawing/2014/main" id="{4351118A-AF12-4C00-A8D0-B7922BE369C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643563" y="5300663"/>
          <a:ext cx="1724025" cy="898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901309" imgH="469696" progId="Equation.DSMT4">
                  <p:embed/>
                </p:oleObj>
              </mc:Choice>
              <mc:Fallback>
                <p:oleObj name="Equation" r:id="rId5" imgW="901309" imgH="469696" progId="Equation.DSMT4">
                  <p:embed/>
                  <p:pic>
                    <p:nvPicPr>
                      <p:cNvPr id="13318" name="Object 5">
                        <a:extLst>
                          <a:ext uri="{FF2B5EF4-FFF2-40B4-BE49-F238E27FC236}">
                            <a16:creationId xmlns:a16="http://schemas.microsoft.com/office/drawing/2014/main" id="{4351118A-AF12-4C00-A8D0-B7922BE369C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43563" y="5300663"/>
                        <a:ext cx="1724025" cy="898525"/>
                      </a:xfrm>
                      <a:prstGeom prst="rect">
                        <a:avLst/>
                      </a:prstGeom>
                      <a:solidFill>
                        <a:srgbClr val="CCECFF"/>
                      </a:solidFill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886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886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3" name="Picture 4" descr="fig7_31">
            <a:extLst>
              <a:ext uri="{FF2B5EF4-FFF2-40B4-BE49-F238E27FC236}">
                <a16:creationId xmlns:a16="http://schemas.microsoft.com/office/drawing/2014/main" id="{B8958C57-571B-459E-B161-09CE8B2A73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6350" y="957263"/>
            <a:ext cx="6434138" cy="5495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49890" name="Rectangle 2">
            <a:extLst>
              <a:ext uri="{FF2B5EF4-FFF2-40B4-BE49-F238E27FC236}">
                <a16:creationId xmlns:a16="http://schemas.microsoft.com/office/drawing/2014/main" id="{7D93335C-8C26-485C-8210-CCF7D838706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l-GR"/>
              <a:t>Αποδιαμορφωτής Συσχέτισης</a:t>
            </a:r>
            <a:endParaRPr lang="en-GB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914" name="Rectangle 2">
            <a:extLst>
              <a:ext uri="{FF2B5EF4-FFF2-40B4-BE49-F238E27FC236}">
                <a16:creationId xmlns:a16="http://schemas.microsoft.com/office/drawing/2014/main" id="{14B74F1F-927F-4C33-B457-1C75A4B58BE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l-GR"/>
              <a:t>Αποτέλεσμα Συσχετιστών</a:t>
            </a:r>
            <a:endParaRPr lang="en-GB"/>
          </a:p>
        </p:txBody>
      </p:sp>
      <p:sp>
        <p:nvSpPr>
          <p:cNvPr id="550915" name="Rectangle 3">
            <a:extLst>
              <a:ext uri="{FF2B5EF4-FFF2-40B4-BE49-F238E27FC236}">
                <a16:creationId xmlns:a16="http://schemas.microsoft.com/office/drawing/2014/main" id="{457A6E34-2CD4-4E92-80C6-765CC4F09D1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27038" y="954088"/>
            <a:ext cx="8305800" cy="5715000"/>
          </a:xfrm>
        </p:spPr>
        <p:txBody>
          <a:bodyPr/>
          <a:lstStyle/>
          <a:p>
            <a:pPr eaLnBrk="1" hangingPunct="1">
              <a:spcAft>
                <a:spcPts val="600"/>
              </a:spcAft>
              <a:defRPr/>
            </a:pPr>
            <a:r>
              <a:rPr lang="el-GR" dirty="0"/>
              <a:t>Σε κάθε συσχετιστή</a:t>
            </a:r>
            <a:r>
              <a:rPr lang="en-US" dirty="0"/>
              <a:t>, </a:t>
            </a:r>
            <a:r>
              <a:rPr lang="en-US" i="1" dirty="0"/>
              <a:t>k</a:t>
            </a:r>
            <a:r>
              <a:rPr lang="el-GR" i="1" dirty="0"/>
              <a:t>=1,...,Ν</a:t>
            </a:r>
            <a:r>
              <a:rPr lang="en-US" i="1" dirty="0"/>
              <a:t>,</a:t>
            </a:r>
          </a:p>
          <a:p>
            <a:pPr eaLnBrk="1" hangingPunct="1">
              <a:defRPr/>
            </a:pPr>
            <a:endParaRPr lang="en-US" i="1" dirty="0"/>
          </a:p>
          <a:p>
            <a:pPr eaLnBrk="1" hangingPunct="1">
              <a:defRPr/>
            </a:pPr>
            <a:endParaRPr lang="en-US" i="1" dirty="0"/>
          </a:p>
          <a:p>
            <a:pPr eaLnBrk="1" hangingPunct="1">
              <a:defRPr/>
            </a:pPr>
            <a:endParaRPr lang="en-US" i="1" dirty="0"/>
          </a:p>
          <a:p>
            <a:pPr eaLnBrk="1" hangingPunct="1">
              <a:buFont typeface="Wingdings" panose="05000000000000000000" pitchFamily="2" charset="2"/>
              <a:buNone/>
              <a:defRPr/>
            </a:pPr>
            <a:endParaRPr lang="en-US" i="1" dirty="0"/>
          </a:p>
          <a:p>
            <a:pPr eaLnBrk="1" hangingPunct="1">
              <a:defRPr/>
            </a:pPr>
            <a:r>
              <a:rPr lang="el-GR" dirty="0"/>
              <a:t>όπου </a:t>
            </a:r>
            <a:r>
              <a:rPr lang="en-US" i="1" dirty="0" err="1"/>
              <a:t>s</a:t>
            </a:r>
            <a:r>
              <a:rPr lang="en-US" i="1" baseline="-25000" dirty="0" err="1"/>
              <a:t>mk</a:t>
            </a:r>
            <a:r>
              <a:rPr lang="en-US" dirty="0"/>
              <a:t> </a:t>
            </a:r>
            <a:r>
              <a:rPr lang="el-GR" dirty="0"/>
              <a:t>είναι η προβολή του σήματος</a:t>
            </a:r>
          </a:p>
          <a:p>
            <a:pPr eaLnBrk="1" hangingPunct="1">
              <a:defRPr/>
            </a:pPr>
            <a:endParaRPr lang="el-GR" dirty="0"/>
          </a:p>
          <a:p>
            <a:pPr eaLnBrk="1" hangingPunct="1">
              <a:defRPr/>
            </a:pPr>
            <a:endParaRPr lang="el-GR" dirty="0"/>
          </a:p>
          <a:p>
            <a:pPr eaLnBrk="1" hangingPunct="1">
              <a:defRPr/>
            </a:pPr>
            <a:endParaRPr lang="el-GR" dirty="0"/>
          </a:p>
          <a:p>
            <a:pPr eaLnBrk="1" hangingPunct="1">
              <a:defRPr/>
            </a:pPr>
            <a:endParaRPr lang="el-GR" dirty="0"/>
          </a:p>
          <a:p>
            <a:pPr eaLnBrk="1" hangingPunct="1">
              <a:defRPr/>
            </a:pPr>
            <a:r>
              <a:rPr lang="el-GR" dirty="0"/>
              <a:t>και </a:t>
            </a:r>
            <a:r>
              <a:rPr lang="en-US" i="1" dirty="0" err="1"/>
              <a:t>n</a:t>
            </a:r>
            <a:r>
              <a:rPr lang="en-US" i="1" baseline="-25000" dirty="0" err="1"/>
              <a:t>k</a:t>
            </a:r>
            <a:r>
              <a:rPr lang="el-GR" dirty="0"/>
              <a:t> είναι η προβολή του θορύβου στην </a:t>
            </a:r>
            <a:r>
              <a:rPr lang="en-US" dirty="0"/>
              <a:t>k-</a:t>
            </a:r>
            <a:r>
              <a:rPr lang="el-GR" dirty="0"/>
              <a:t>οστή συνιστώσα του χώρου</a:t>
            </a:r>
          </a:p>
          <a:p>
            <a:pPr eaLnBrk="1" hangingPunct="1">
              <a:defRPr/>
            </a:pPr>
            <a:endParaRPr lang="en-GB" dirty="0"/>
          </a:p>
        </p:txBody>
      </p:sp>
      <p:graphicFrame>
        <p:nvGraphicFramePr>
          <p:cNvPr id="17413" name="Object 4">
            <a:extLst>
              <a:ext uri="{FF2B5EF4-FFF2-40B4-BE49-F238E27FC236}">
                <a16:creationId xmlns:a16="http://schemas.microsoft.com/office/drawing/2014/main" id="{492B62AD-D298-418A-A76C-A31D5B1C8D6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976813" y="1223963"/>
          <a:ext cx="2619375" cy="1593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168400" imgH="711200" progId="Equation.DSMT4">
                  <p:embed/>
                </p:oleObj>
              </mc:Choice>
              <mc:Fallback>
                <p:oleObj name="Equation" r:id="rId3" imgW="1168400" imgH="711200" progId="Equation.DSMT4">
                  <p:embed/>
                  <p:pic>
                    <p:nvPicPr>
                      <p:cNvPr id="17413" name="Object 4">
                        <a:extLst>
                          <a:ext uri="{FF2B5EF4-FFF2-40B4-BE49-F238E27FC236}">
                            <a16:creationId xmlns:a16="http://schemas.microsoft.com/office/drawing/2014/main" id="{492B62AD-D298-418A-A76C-A31D5B1C8D6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76813" y="1223963"/>
                        <a:ext cx="2619375" cy="1593850"/>
                      </a:xfrm>
                      <a:prstGeom prst="rect">
                        <a:avLst/>
                      </a:prstGeom>
                      <a:solidFill>
                        <a:srgbClr val="CCECFF"/>
                      </a:solidFill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14" name="Object 5">
            <a:extLst>
              <a:ext uri="{FF2B5EF4-FFF2-40B4-BE49-F238E27FC236}">
                <a16:creationId xmlns:a16="http://schemas.microsoft.com/office/drawing/2014/main" id="{CEC832D4-F8EA-4997-9AB6-C5FBFD2CE0F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935413" y="3455988"/>
          <a:ext cx="2836862" cy="1050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269449" imgH="469696" progId="Equation.DSMT4">
                  <p:embed/>
                </p:oleObj>
              </mc:Choice>
              <mc:Fallback>
                <p:oleObj name="Equation" r:id="rId5" imgW="1269449" imgH="469696" progId="Equation.DSMT4">
                  <p:embed/>
                  <p:pic>
                    <p:nvPicPr>
                      <p:cNvPr id="17414" name="Object 5">
                        <a:extLst>
                          <a:ext uri="{FF2B5EF4-FFF2-40B4-BE49-F238E27FC236}">
                            <a16:creationId xmlns:a16="http://schemas.microsoft.com/office/drawing/2014/main" id="{CEC832D4-F8EA-4997-9AB6-C5FBFD2CE0F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35413" y="3455988"/>
                        <a:ext cx="2836862" cy="1050925"/>
                      </a:xfrm>
                      <a:prstGeom prst="rect">
                        <a:avLst/>
                      </a:prstGeom>
                      <a:solidFill>
                        <a:srgbClr val="FFE0A3"/>
                      </a:solidFill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15" name="Object 6">
            <a:extLst>
              <a:ext uri="{FF2B5EF4-FFF2-40B4-BE49-F238E27FC236}">
                <a16:creationId xmlns:a16="http://schemas.microsoft.com/office/drawing/2014/main" id="{D5BD7DAC-2745-4E85-8487-953D9B53E33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71750" y="5256213"/>
          <a:ext cx="2703513" cy="1052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206500" imgH="469900" progId="Equation.DSMT4">
                  <p:embed/>
                </p:oleObj>
              </mc:Choice>
              <mc:Fallback>
                <p:oleObj name="Equation" r:id="rId7" imgW="1206500" imgH="469900" progId="Equation.DSMT4">
                  <p:embed/>
                  <p:pic>
                    <p:nvPicPr>
                      <p:cNvPr id="17415" name="Object 6">
                        <a:extLst>
                          <a:ext uri="{FF2B5EF4-FFF2-40B4-BE49-F238E27FC236}">
                            <a16:creationId xmlns:a16="http://schemas.microsoft.com/office/drawing/2014/main" id="{D5BD7DAC-2745-4E85-8487-953D9B53E33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71750" y="5256213"/>
                        <a:ext cx="2703513" cy="1052512"/>
                      </a:xfrm>
                      <a:prstGeom prst="rect">
                        <a:avLst/>
                      </a:prstGeom>
                      <a:solidFill>
                        <a:srgbClr val="FFE0A3"/>
                      </a:solidFill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938" name="Rectangle 2">
            <a:extLst>
              <a:ext uri="{FF2B5EF4-FFF2-40B4-BE49-F238E27FC236}">
                <a16:creationId xmlns:a16="http://schemas.microsoft.com/office/drawing/2014/main" id="{588E026E-95E3-43CF-B5A7-F581280D402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l-GR"/>
              <a:t>Διανυσματική Αναπαράσταση</a:t>
            </a:r>
            <a:endParaRPr lang="en-GB"/>
          </a:p>
        </p:txBody>
      </p:sp>
      <p:sp>
        <p:nvSpPr>
          <p:cNvPr id="551939" name="Rectangle 3">
            <a:extLst>
              <a:ext uri="{FF2B5EF4-FFF2-40B4-BE49-F238E27FC236}">
                <a16:creationId xmlns:a16="http://schemas.microsoft.com/office/drawing/2014/main" id="{306800F6-8421-4CD2-A60B-994DF94A3D9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27038" y="882650"/>
            <a:ext cx="8305800" cy="5715000"/>
          </a:xfrm>
        </p:spPr>
        <p:txBody>
          <a:bodyPr/>
          <a:lstStyle/>
          <a:p>
            <a:pPr eaLnBrk="1" hangingPunct="1">
              <a:defRPr/>
            </a:pPr>
            <a:endParaRPr lang="el-GR" dirty="0"/>
          </a:p>
          <a:p>
            <a:pPr eaLnBrk="1" hangingPunct="1">
              <a:defRPr/>
            </a:pPr>
            <a:r>
              <a:rPr lang="el-GR" dirty="0"/>
              <a:t>Τα αποτελέσματα των συσχετιστών μπορούν να γραφούν σε μορφή διανύσματος ως</a:t>
            </a:r>
          </a:p>
          <a:p>
            <a:pPr eaLnBrk="1" hangingPunct="1">
              <a:defRPr/>
            </a:pPr>
            <a:endParaRPr lang="el-GR" dirty="0"/>
          </a:p>
          <a:p>
            <a:pPr eaLnBrk="1" hangingPunct="1">
              <a:defRPr/>
            </a:pPr>
            <a:endParaRPr lang="el-GR" dirty="0"/>
          </a:p>
          <a:p>
            <a:pPr eaLnBrk="1" hangingPunct="1">
              <a:defRPr/>
            </a:pPr>
            <a:endParaRPr lang="el-GR" dirty="0"/>
          </a:p>
          <a:p>
            <a:pPr eaLnBrk="1" hangingPunct="1">
              <a:defRPr/>
            </a:pPr>
            <a:r>
              <a:rPr lang="el-GR" dirty="0"/>
              <a:t>Τα στοιχεία του </a:t>
            </a:r>
            <a:r>
              <a:rPr lang="en-US" b="1" dirty="0" err="1"/>
              <a:t>s</a:t>
            </a:r>
            <a:r>
              <a:rPr lang="en-US" baseline="-25000" dirty="0" err="1"/>
              <a:t>m</a:t>
            </a:r>
            <a:r>
              <a:rPr lang="en-US" dirty="0"/>
              <a:t> </a:t>
            </a:r>
            <a:r>
              <a:rPr lang="el-GR" dirty="0"/>
              <a:t>εξαρτώνται από το ποιο σήμα μεταδόθηκε</a:t>
            </a:r>
          </a:p>
          <a:p>
            <a:pPr eaLnBrk="1" hangingPunct="1">
              <a:defRPr/>
            </a:pPr>
            <a:endParaRPr lang="el-GR" dirty="0"/>
          </a:p>
          <a:p>
            <a:pPr eaLnBrk="1" hangingPunct="1">
              <a:defRPr/>
            </a:pPr>
            <a:endParaRPr lang="el-GR" dirty="0"/>
          </a:p>
          <a:p>
            <a:pPr eaLnBrk="1" hangingPunct="1">
              <a:defRPr/>
            </a:pPr>
            <a:r>
              <a:rPr lang="el-GR" dirty="0"/>
              <a:t>Τα στοιχεία του </a:t>
            </a:r>
            <a:r>
              <a:rPr lang="en-US" b="1" dirty="0"/>
              <a:t>n</a:t>
            </a:r>
            <a:r>
              <a:rPr lang="en-US" dirty="0"/>
              <a:t> </a:t>
            </a:r>
            <a:r>
              <a:rPr lang="el-GR" dirty="0"/>
              <a:t>είναι τυχαίες μεταβλητές</a:t>
            </a:r>
            <a:r>
              <a:rPr lang="en-US" dirty="0"/>
              <a:t> </a:t>
            </a:r>
            <a:endParaRPr lang="el-GR" dirty="0"/>
          </a:p>
          <a:p>
            <a:pPr eaLnBrk="1" hangingPunct="1">
              <a:defRPr/>
            </a:pPr>
            <a:endParaRPr lang="el-GR" dirty="0"/>
          </a:p>
          <a:p>
            <a:pPr eaLnBrk="1" hangingPunct="1">
              <a:defRPr/>
            </a:pPr>
            <a:endParaRPr lang="el-GR" dirty="0"/>
          </a:p>
          <a:p>
            <a:pPr eaLnBrk="1" hangingPunct="1">
              <a:defRPr/>
            </a:pPr>
            <a:r>
              <a:rPr lang="el-GR" dirty="0"/>
              <a:t>Τι είναι τα στοιχεία του </a:t>
            </a:r>
            <a:r>
              <a:rPr lang="en-US" b="1" dirty="0"/>
              <a:t>r; </a:t>
            </a:r>
            <a:r>
              <a:rPr lang="el-GR" b="1" dirty="0"/>
              <a:t>τυχαίες μεταβλητές</a:t>
            </a:r>
            <a:endParaRPr lang="el-GR" dirty="0"/>
          </a:p>
          <a:p>
            <a:pPr eaLnBrk="1" hangingPunct="1">
              <a:defRPr/>
            </a:pPr>
            <a:endParaRPr lang="el-GR" dirty="0"/>
          </a:p>
          <a:p>
            <a:pPr eaLnBrk="1" hangingPunct="1">
              <a:defRPr/>
            </a:pPr>
            <a:endParaRPr lang="en-GB" dirty="0"/>
          </a:p>
        </p:txBody>
      </p:sp>
      <p:graphicFrame>
        <p:nvGraphicFramePr>
          <p:cNvPr id="19461" name="Object 4">
            <a:extLst>
              <a:ext uri="{FF2B5EF4-FFF2-40B4-BE49-F238E27FC236}">
                <a16:creationId xmlns:a16="http://schemas.microsoft.com/office/drawing/2014/main" id="{9455CE2C-777B-41B2-895B-00BA9E5D2D1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017963" y="2125663"/>
          <a:ext cx="1417637" cy="511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634725" imgH="228501" progId="Equation.DSMT4">
                  <p:embed/>
                </p:oleObj>
              </mc:Choice>
              <mc:Fallback>
                <p:oleObj name="Equation" r:id="rId3" imgW="634725" imgH="228501" progId="Equation.DSMT4">
                  <p:embed/>
                  <p:pic>
                    <p:nvPicPr>
                      <p:cNvPr id="19461" name="Object 4">
                        <a:extLst>
                          <a:ext uri="{FF2B5EF4-FFF2-40B4-BE49-F238E27FC236}">
                            <a16:creationId xmlns:a16="http://schemas.microsoft.com/office/drawing/2014/main" id="{9455CE2C-777B-41B2-895B-00BA9E5D2D1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17963" y="2125663"/>
                        <a:ext cx="1417637" cy="511175"/>
                      </a:xfrm>
                      <a:prstGeom prst="rect">
                        <a:avLst/>
                      </a:prstGeom>
                      <a:solidFill>
                        <a:srgbClr val="FFE0A3"/>
                      </a:solidFill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62" name="Rectangle 2">
            <a:extLst>
              <a:ext uri="{FF2B5EF4-FFF2-40B4-BE49-F238E27FC236}">
                <a16:creationId xmlns:a16="http://schemas.microsoft.com/office/drawing/2014/main" id="{AB5F7D06-6E57-48F3-88CC-FB0E6061A2F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l-GR" dirty="0"/>
              <a:t>Επάρκεια των Προβολών</a:t>
            </a:r>
            <a:endParaRPr lang="en-GB" dirty="0"/>
          </a:p>
        </p:txBody>
      </p:sp>
      <p:sp>
        <p:nvSpPr>
          <p:cNvPr id="552963" name="Rectangle 3">
            <a:extLst>
              <a:ext uri="{FF2B5EF4-FFF2-40B4-BE49-F238E27FC236}">
                <a16:creationId xmlns:a16="http://schemas.microsoft.com/office/drawing/2014/main" id="{B161D65A-033B-4AAE-B785-51C0BBFB1DF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4646" y="942284"/>
            <a:ext cx="9170908" cy="5715000"/>
          </a:xfrm>
        </p:spPr>
        <p:txBody>
          <a:bodyPr/>
          <a:lstStyle/>
          <a:p>
            <a:pPr eaLnBrk="1" hangingPunct="1">
              <a:lnSpc>
                <a:spcPct val="114000"/>
              </a:lnSpc>
              <a:spcBef>
                <a:spcPts val="0"/>
              </a:spcBef>
              <a:spcAft>
                <a:spcPts val="1200"/>
              </a:spcAft>
              <a:defRPr/>
            </a:pPr>
            <a:r>
              <a:rPr lang="el-GR" sz="1800" dirty="0"/>
              <a:t>προβάλλοντας το λαμβανόμενο σήμα στις </a:t>
            </a:r>
            <a:r>
              <a:rPr lang="el-GR" sz="1800" i="1" dirty="0"/>
              <a:t>Ν</a:t>
            </a:r>
            <a:r>
              <a:rPr lang="el-GR" sz="1800" dirty="0"/>
              <a:t> συναρτήσεις βάσης δε χάνουμε ενέργεια της </a:t>
            </a:r>
            <a:r>
              <a:rPr lang="el-GR" sz="1800" dirty="0" err="1"/>
              <a:t>κυματομορφής</a:t>
            </a:r>
            <a:r>
              <a:rPr lang="el-GR" sz="1800" dirty="0"/>
              <a:t> </a:t>
            </a:r>
            <a:r>
              <a:rPr lang="en-US" sz="1800" i="1" dirty="0" err="1"/>
              <a:t>s</a:t>
            </a:r>
            <a:r>
              <a:rPr lang="en-US" sz="1800" i="1" baseline="-25000" dirty="0" err="1"/>
              <a:t>m</a:t>
            </a:r>
            <a:r>
              <a:rPr lang="en-US" sz="1800" i="1" dirty="0"/>
              <a:t>(t) </a:t>
            </a:r>
            <a:r>
              <a:rPr lang="el-GR" sz="1800" i="1" dirty="0"/>
              <a:t>του </a:t>
            </a:r>
            <a:r>
              <a:rPr lang="el-GR" sz="1800" dirty="0"/>
              <a:t>συμβόλου </a:t>
            </a:r>
          </a:p>
          <a:p>
            <a:pPr eaLnBrk="1" hangingPunct="1">
              <a:lnSpc>
                <a:spcPct val="114000"/>
              </a:lnSpc>
              <a:spcBef>
                <a:spcPts val="0"/>
              </a:spcBef>
              <a:spcAft>
                <a:spcPts val="1200"/>
              </a:spcAft>
              <a:defRPr/>
            </a:pPr>
            <a:r>
              <a:rPr lang="el-GR" sz="1800" dirty="0"/>
              <a:t>Ο θόρυβος </a:t>
            </a:r>
            <a:r>
              <a:rPr lang="en-US" sz="1800" dirty="0"/>
              <a:t>n(t), </a:t>
            </a:r>
            <a:r>
              <a:rPr lang="el-GR" sz="1800" dirty="0"/>
              <a:t>στη γενική περίπτωση, δεν είναι περιορισμένος στις Ν συγκεκριμένες συνιστώσες (όπως, εκ κατασκευής, είναι το χρήσιμο σήμα)</a:t>
            </a:r>
          </a:p>
          <a:p>
            <a:pPr lvl="1" eaLnBrk="1" hangingPunct="1">
              <a:lnSpc>
                <a:spcPct val="114000"/>
              </a:lnSpc>
              <a:spcAft>
                <a:spcPts val="800"/>
              </a:spcAft>
              <a:defRPr/>
            </a:pPr>
            <a:r>
              <a:rPr lang="el-GR" sz="1800" i="1" dirty="0"/>
              <a:t>αγνοώντας τυχόν προβολές του θορύβου σε άλλες συνιστώσες, πέρα των Ν, δε χάνουμε χρήσιμη πληροφορία και επιπλέον μειώνεται η ισχύς του θορύβου</a:t>
            </a:r>
            <a:endParaRPr lang="en-US" sz="1800" i="1" dirty="0"/>
          </a:p>
          <a:p>
            <a:pPr lvl="1" eaLnBrk="1" hangingPunct="1">
              <a:lnSpc>
                <a:spcPct val="114000"/>
              </a:lnSpc>
              <a:spcAft>
                <a:spcPts val="800"/>
              </a:spcAft>
              <a:defRPr/>
            </a:pPr>
            <a:r>
              <a:rPr lang="el-GR" sz="1800" i="1" dirty="0"/>
              <a:t>Ο θόρυβος (συνολικά αλλά και ο εκτός του Ν-</a:t>
            </a:r>
            <a:r>
              <a:rPr lang="el-GR" sz="1800" i="1" dirty="0" err="1"/>
              <a:t>διάστατου</a:t>
            </a:r>
            <a:r>
              <a:rPr lang="el-GR" sz="1800" i="1" dirty="0"/>
              <a:t> χώρου) είναι ανεξάρτητος από το χρήσιμο σήμα </a:t>
            </a:r>
            <a:r>
              <a:rPr lang="en-US" sz="1800" i="1" dirty="0" err="1"/>
              <a:t>s</a:t>
            </a:r>
            <a:r>
              <a:rPr lang="en-US" sz="1800" i="1" baseline="-25000" dirty="0" err="1"/>
              <a:t>m</a:t>
            </a:r>
            <a:r>
              <a:rPr lang="en-US" sz="1800" i="1" dirty="0"/>
              <a:t>(t)</a:t>
            </a:r>
            <a:r>
              <a:rPr lang="el-GR" sz="1800" i="1" dirty="0"/>
              <a:t> </a:t>
            </a:r>
            <a:endParaRPr lang="el-GR" sz="1800" dirty="0"/>
          </a:p>
          <a:p>
            <a:pPr eaLnBrk="1" hangingPunct="1">
              <a:lnSpc>
                <a:spcPct val="114000"/>
              </a:lnSpc>
              <a:spcBef>
                <a:spcPts val="1800"/>
              </a:spcBef>
              <a:defRPr/>
            </a:pPr>
            <a:r>
              <a:rPr lang="el-GR" sz="1800" dirty="0">
                <a:solidFill>
                  <a:srgbClr val="0033CC"/>
                </a:solidFill>
              </a:rPr>
              <a:t>Τελικό Συμπέρασμα:</a:t>
            </a:r>
            <a:r>
              <a:rPr lang="el-GR" sz="1800" dirty="0"/>
              <a:t> </a:t>
            </a:r>
          </a:p>
          <a:p>
            <a:pPr eaLnBrk="1" hangingPunct="1">
              <a:lnSpc>
                <a:spcPct val="114000"/>
              </a:lnSpc>
              <a:buNone/>
              <a:defRPr/>
            </a:pPr>
            <a:r>
              <a:rPr lang="el-GR" sz="1800" dirty="0"/>
              <a:t>    </a:t>
            </a:r>
            <a:r>
              <a:rPr lang="el-GR" sz="1800" i="1" dirty="0"/>
              <a:t>Με τη διαδικασία των προβολών του </a:t>
            </a:r>
            <a:r>
              <a:rPr lang="en-US" sz="1800" i="1" dirty="0"/>
              <a:t>r(t) </a:t>
            </a:r>
            <a:r>
              <a:rPr lang="el-GR" sz="1800" i="1" dirty="0"/>
              <a:t>στις Ν συναρτήσεις βάσεις δε χάνουμε χρήσιμη πληροφορία. Οι έξοδοι των συσχετιστών είναι </a:t>
            </a:r>
            <a:r>
              <a:rPr lang="el-GR" sz="1800" i="1" dirty="0">
                <a:solidFill>
                  <a:srgbClr val="0033CC"/>
                </a:solidFill>
              </a:rPr>
              <a:t>επαρκείς στατιστικές (</a:t>
            </a:r>
            <a:r>
              <a:rPr lang="en-US" sz="1800" i="1" dirty="0">
                <a:solidFill>
                  <a:srgbClr val="0033CC"/>
                </a:solidFill>
              </a:rPr>
              <a:t>sufficient statistics)</a:t>
            </a:r>
            <a:r>
              <a:rPr lang="el-GR" sz="1800" i="1" dirty="0"/>
              <a:t> για τη λήψη απόφασης.</a:t>
            </a:r>
            <a:endParaRPr lang="en-GB" sz="1800" i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010" name="Rectangle 2">
            <a:extLst>
              <a:ext uri="{FF2B5EF4-FFF2-40B4-BE49-F238E27FC236}">
                <a16:creationId xmlns:a16="http://schemas.microsoft.com/office/drawing/2014/main" id="{388C25F0-85CB-4382-B049-39FCE3138D8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l-GR"/>
              <a:t>Ανάλυση Διανύσματος </a:t>
            </a:r>
            <a:r>
              <a:rPr lang="en-US" b="1"/>
              <a:t>r</a:t>
            </a:r>
            <a:r>
              <a:rPr lang="en-US"/>
              <a:t>=</a:t>
            </a:r>
            <a:r>
              <a:rPr lang="en-US" b="1"/>
              <a:t>s</a:t>
            </a:r>
            <a:r>
              <a:rPr lang="en-US" baseline="-25000"/>
              <a:t>m</a:t>
            </a:r>
            <a:r>
              <a:rPr lang="en-US"/>
              <a:t>+</a:t>
            </a:r>
            <a:r>
              <a:rPr lang="en-US" b="1"/>
              <a:t>n</a:t>
            </a:r>
            <a:endParaRPr lang="en-GB" b="1"/>
          </a:p>
        </p:txBody>
      </p:sp>
      <p:sp>
        <p:nvSpPr>
          <p:cNvPr id="555011" name="Rectangle 3">
            <a:extLst>
              <a:ext uri="{FF2B5EF4-FFF2-40B4-BE49-F238E27FC236}">
                <a16:creationId xmlns:a16="http://schemas.microsoft.com/office/drawing/2014/main" id="{F7277DBB-1CB7-4BAC-8266-55146F1C7EC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42913" y="836613"/>
            <a:ext cx="8305800" cy="5715000"/>
          </a:xfrm>
        </p:spPr>
        <p:txBody>
          <a:bodyPr/>
          <a:lstStyle/>
          <a:p>
            <a:pPr eaLnBrk="1" hangingPunct="1">
              <a:spcAft>
                <a:spcPts val="0"/>
              </a:spcAft>
              <a:defRPr/>
            </a:pPr>
            <a:r>
              <a:rPr lang="en-US" dirty="0"/>
              <a:t>To</a:t>
            </a:r>
            <a:r>
              <a:rPr lang="el-GR" dirty="0"/>
              <a:t> </a:t>
            </a:r>
            <a:r>
              <a:rPr lang="en-US" b="1" dirty="0" err="1"/>
              <a:t>s</a:t>
            </a:r>
            <a:r>
              <a:rPr lang="en-US" baseline="-25000" dirty="0" err="1"/>
              <a:t>m</a:t>
            </a:r>
            <a:r>
              <a:rPr lang="el-GR" dirty="0"/>
              <a:t> </a:t>
            </a:r>
            <a:r>
              <a:rPr lang="en-US" dirty="0"/>
              <a:t>, </a:t>
            </a:r>
            <a:r>
              <a:rPr lang="el-GR" dirty="0"/>
              <a:t>για δεδομένο </a:t>
            </a:r>
            <a:r>
              <a:rPr lang="en-US" dirty="0"/>
              <a:t>m, </a:t>
            </a:r>
            <a:r>
              <a:rPr lang="el-GR" dirty="0"/>
              <a:t>είναι ντετερμινιστικό (αιτιοκρατικό)</a:t>
            </a:r>
          </a:p>
          <a:p>
            <a:pPr eaLnBrk="1" hangingPunct="1">
              <a:spcAft>
                <a:spcPts val="800"/>
              </a:spcAft>
              <a:defRPr/>
            </a:pPr>
            <a:endParaRPr lang="el-GR" dirty="0"/>
          </a:p>
          <a:p>
            <a:pPr eaLnBrk="1" hangingPunct="1">
              <a:spcAft>
                <a:spcPts val="800"/>
              </a:spcAft>
              <a:defRPr/>
            </a:pPr>
            <a:r>
              <a:rPr lang="el-GR" dirty="0"/>
              <a:t>Τα στοιχεία του </a:t>
            </a:r>
            <a:r>
              <a:rPr lang="en-US" b="1" dirty="0"/>
              <a:t>n</a:t>
            </a:r>
            <a:endParaRPr lang="el-GR" b="1" dirty="0"/>
          </a:p>
          <a:p>
            <a:pPr eaLnBrk="1" hangingPunct="1">
              <a:spcAft>
                <a:spcPts val="800"/>
              </a:spcAft>
              <a:defRPr/>
            </a:pPr>
            <a:endParaRPr lang="el-GR" b="1" dirty="0"/>
          </a:p>
          <a:p>
            <a:pPr marL="0" indent="0" eaLnBrk="1" hangingPunct="1">
              <a:spcAft>
                <a:spcPts val="800"/>
              </a:spcAft>
              <a:buFont typeface="Wingdings" panose="05000000000000000000" pitchFamily="2" charset="2"/>
              <a:buNone/>
              <a:defRPr/>
            </a:pPr>
            <a:r>
              <a:rPr lang="el-GR" dirty="0"/>
              <a:t>    είναι </a:t>
            </a:r>
            <a:r>
              <a:rPr lang="en-US" dirty="0"/>
              <a:t>Gaussian</a:t>
            </a:r>
            <a:r>
              <a:rPr lang="el-GR" dirty="0"/>
              <a:t> τυχαίες μεταβλητές (γιατί;)</a:t>
            </a:r>
          </a:p>
          <a:p>
            <a:pPr marL="0" indent="0" eaLnBrk="1" hangingPunct="1">
              <a:spcAft>
                <a:spcPts val="800"/>
              </a:spcAft>
              <a:buFont typeface="Wingdings" panose="05000000000000000000" pitchFamily="2" charset="2"/>
              <a:buNone/>
              <a:defRPr/>
            </a:pPr>
            <a:endParaRPr lang="el-GR" dirty="0"/>
          </a:p>
          <a:p>
            <a:pPr eaLnBrk="1" hangingPunct="1">
              <a:spcAft>
                <a:spcPts val="800"/>
              </a:spcAft>
              <a:defRPr/>
            </a:pPr>
            <a:r>
              <a:rPr lang="el-GR" dirty="0"/>
              <a:t>Μέση τιμή</a:t>
            </a:r>
            <a:r>
              <a:rPr lang="en-US" dirty="0"/>
              <a:t> </a:t>
            </a:r>
            <a:r>
              <a:rPr lang="el-GR" dirty="0"/>
              <a:t>συνιστωσών θορύβου </a:t>
            </a:r>
          </a:p>
          <a:p>
            <a:pPr eaLnBrk="1" hangingPunct="1">
              <a:defRPr/>
            </a:pPr>
            <a:endParaRPr lang="el-GR" dirty="0"/>
          </a:p>
          <a:p>
            <a:pPr eaLnBrk="1" hangingPunct="1">
              <a:defRPr/>
            </a:pPr>
            <a:endParaRPr lang="el-GR" dirty="0"/>
          </a:p>
          <a:p>
            <a:pPr eaLnBrk="1" hangingPunct="1">
              <a:defRPr/>
            </a:pPr>
            <a:r>
              <a:rPr lang="el-GR" dirty="0" err="1"/>
              <a:t>Συνδιασπορά</a:t>
            </a:r>
            <a:r>
              <a:rPr lang="el-GR" dirty="0"/>
              <a:t> (Συμμεταβολή, </a:t>
            </a:r>
            <a:r>
              <a:rPr lang="en-US" dirty="0"/>
              <a:t>Covariance</a:t>
            </a:r>
            <a:r>
              <a:rPr lang="el-GR" dirty="0"/>
              <a:t>)</a:t>
            </a:r>
            <a:endParaRPr lang="en-US" dirty="0"/>
          </a:p>
          <a:p>
            <a:pPr eaLnBrk="1" hangingPunct="1">
              <a:defRPr/>
            </a:pPr>
            <a:endParaRPr lang="en-US" dirty="0"/>
          </a:p>
          <a:p>
            <a:pPr lvl="1" eaLnBrk="1" hangingPunct="1">
              <a:defRPr/>
            </a:pPr>
            <a:endParaRPr lang="en-GB" dirty="0"/>
          </a:p>
        </p:txBody>
      </p:sp>
      <p:graphicFrame>
        <p:nvGraphicFramePr>
          <p:cNvPr id="25605" name="Object 4">
            <a:extLst>
              <a:ext uri="{FF2B5EF4-FFF2-40B4-BE49-F238E27FC236}">
                <a16:creationId xmlns:a16="http://schemas.microsoft.com/office/drawing/2014/main" id="{6CEE8319-C5E4-4F63-8FA6-FDC211F2608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587875" y="4005263"/>
          <a:ext cx="3800475" cy="633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981200" imgH="330200" progId="Equation.DSMT4">
                  <p:embed/>
                </p:oleObj>
              </mc:Choice>
              <mc:Fallback>
                <p:oleObj name="Equation" r:id="rId3" imgW="1981200" imgH="330200" progId="Equation.DSMT4">
                  <p:embed/>
                  <p:pic>
                    <p:nvPicPr>
                      <p:cNvPr id="25605" name="Object 4">
                        <a:extLst>
                          <a:ext uri="{FF2B5EF4-FFF2-40B4-BE49-F238E27FC236}">
                            <a16:creationId xmlns:a16="http://schemas.microsoft.com/office/drawing/2014/main" id="{6CEE8319-C5E4-4F63-8FA6-FDC211F2608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87875" y="4005263"/>
                        <a:ext cx="3800475" cy="633412"/>
                      </a:xfrm>
                      <a:prstGeom prst="rect">
                        <a:avLst/>
                      </a:prstGeom>
                      <a:solidFill>
                        <a:srgbClr val="CCFFCC"/>
                      </a:solidFill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06" name="Object 5">
            <a:extLst>
              <a:ext uri="{FF2B5EF4-FFF2-40B4-BE49-F238E27FC236}">
                <a16:creationId xmlns:a16="http://schemas.microsoft.com/office/drawing/2014/main" id="{0F2F0821-E576-4157-B031-1FB006EA007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69950" y="5264150"/>
          <a:ext cx="7402513" cy="127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3848100" imgH="660400" progId="Equation.DSMT4">
                  <p:embed/>
                </p:oleObj>
              </mc:Choice>
              <mc:Fallback>
                <p:oleObj name="Equation" r:id="rId5" imgW="3848100" imgH="660400" progId="Equation.DSMT4">
                  <p:embed/>
                  <p:pic>
                    <p:nvPicPr>
                      <p:cNvPr id="25606" name="Object 5">
                        <a:extLst>
                          <a:ext uri="{FF2B5EF4-FFF2-40B4-BE49-F238E27FC236}">
                            <a16:creationId xmlns:a16="http://schemas.microsoft.com/office/drawing/2014/main" id="{0F2F0821-E576-4157-B031-1FB006EA007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69950" y="5264150"/>
                        <a:ext cx="7402513" cy="1270000"/>
                      </a:xfrm>
                      <a:prstGeom prst="rect">
                        <a:avLst/>
                      </a:prstGeom>
                      <a:solidFill>
                        <a:srgbClr val="CCECFF"/>
                      </a:solidFill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07" name="Object 6">
            <a:extLst>
              <a:ext uri="{FF2B5EF4-FFF2-40B4-BE49-F238E27FC236}">
                <a16:creationId xmlns:a16="http://schemas.microsoft.com/office/drawing/2014/main" id="{24B0BC33-566B-40B2-A9D6-8CE68145C5F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779838" y="1412875"/>
          <a:ext cx="2457450" cy="957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206500" imgH="469900" progId="Equation.DSMT4">
                  <p:embed/>
                </p:oleObj>
              </mc:Choice>
              <mc:Fallback>
                <p:oleObj name="Equation" r:id="rId7" imgW="1206500" imgH="469900" progId="Equation.DSMT4">
                  <p:embed/>
                  <p:pic>
                    <p:nvPicPr>
                      <p:cNvPr id="25607" name="Object 6">
                        <a:extLst>
                          <a:ext uri="{FF2B5EF4-FFF2-40B4-BE49-F238E27FC236}">
                            <a16:creationId xmlns:a16="http://schemas.microsoft.com/office/drawing/2014/main" id="{24B0BC33-566B-40B2-A9D6-8CE68145C5F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79838" y="1412875"/>
                        <a:ext cx="2457450" cy="957263"/>
                      </a:xfrm>
                      <a:prstGeom prst="rect">
                        <a:avLst/>
                      </a:prstGeom>
                      <a:solidFill>
                        <a:srgbClr val="FFE0A3"/>
                      </a:solidFill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501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034" name="Rectangle 2">
            <a:extLst>
              <a:ext uri="{FF2B5EF4-FFF2-40B4-BE49-F238E27FC236}">
                <a16:creationId xmlns:a16="http://schemas.microsoft.com/office/drawing/2014/main" id="{0858BB16-D3DC-4690-AF7D-17E81B02DD8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l-GR"/>
              <a:t>Ανάλυση Διανύσματος </a:t>
            </a:r>
            <a:r>
              <a:rPr lang="en-US" b="1"/>
              <a:t>r</a:t>
            </a:r>
            <a:r>
              <a:rPr lang="en-US"/>
              <a:t>=</a:t>
            </a:r>
            <a:r>
              <a:rPr lang="en-US" b="1"/>
              <a:t>s</a:t>
            </a:r>
            <a:r>
              <a:rPr lang="en-US" baseline="-25000"/>
              <a:t>m</a:t>
            </a:r>
            <a:r>
              <a:rPr lang="en-US"/>
              <a:t>+</a:t>
            </a:r>
            <a:r>
              <a:rPr lang="en-US" b="1"/>
              <a:t>n</a:t>
            </a:r>
            <a:r>
              <a:rPr lang="el-GR"/>
              <a:t> </a:t>
            </a:r>
            <a:endParaRPr lang="en-GB"/>
          </a:p>
        </p:txBody>
      </p:sp>
      <p:sp>
        <p:nvSpPr>
          <p:cNvPr id="556035" name="Rectangle 3">
            <a:extLst>
              <a:ext uri="{FF2B5EF4-FFF2-40B4-BE49-F238E27FC236}">
                <a16:creationId xmlns:a16="http://schemas.microsoft.com/office/drawing/2014/main" id="{6A5B1A92-B767-4882-BC74-2646FAF1070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27038" y="809625"/>
            <a:ext cx="8393112" cy="5715000"/>
          </a:xfrm>
        </p:spPr>
        <p:txBody>
          <a:bodyPr/>
          <a:lstStyle/>
          <a:p>
            <a:pPr eaLnBrk="1" hangingPunct="1">
              <a:spcAft>
                <a:spcPts val="600"/>
              </a:spcAft>
              <a:defRPr/>
            </a:pPr>
            <a:r>
              <a:rPr lang="el-GR" dirty="0">
                <a:solidFill>
                  <a:srgbClr val="0033CC"/>
                </a:solidFill>
              </a:rPr>
              <a:t>Συνιστώσες Θορύβου</a:t>
            </a:r>
            <a:r>
              <a:rPr lang="en-US" dirty="0">
                <a:solidFill>
                  <a:srgbClr val="0033CC"/>
                </a:solidFill>
              </a:rPr>
              <a:t> </a:t>
            </a:r>
            <a:r>
              <a:rPr lang="el-GR" dirty="0">
                <a:solidFill>
                  <a:srgbClr val="0033CC"/>
                </a:solidFill>
              </a:rPr>
              <a:t>στο διάνυσμα </a:t>
            </a:r>
            <a:r>
              <a:rPr lang="en-US" b="1" dirty="0">
                <a:solidFill>
                  <a:srgbClr val="0033CC"/>
                </a:solidFill>
              </a:rPr>
              <a:t>r</a:t>
            </a:r>
            <a:endParaRPr lang="el-GR" b="1" dirty="0">
              <a:solidFill>
                <a:srgbClr val="0033CC"/>
              </a:solidFill>
            </a:endParaRPr>
          </a:p>
          <a:p>
            <a:pPr lvl="1" eaLnBrk="1" hangingPunct="1">
              <a:spcAft>
                <a:spcPts val="300"/>
              </a:spcAft>
              <a:defRPr/>
            </a:pPr>
            <a:r>
              <a:rPr lang="el-GR" dirty="0"/>
              <a:t>ασυσχέτιστες τ.μ. </a:t>
            </a:r>
            <a:r>
              <a:rPr lang="en-US" dirty="0"/>
              <a:t>Gaussian</a:t>
            </a:r>
            <a:r>
              <a:rPr lang="el-GR" dirty="0"/>
              <a:t>, άρα και ανεξάρτητες</a:t>
            </a:r>
          </a:p>
          <a:p>
            <a:pPr lvl="1" eaLnBrk="1" hangingPunct="1">
              <a:spcAft>
                <a:spcPts val="300"/>
              </a:spcAft>
              <a:defRPr/>
            </a:pPr>
            <a:r>
              <a:rPr lang="el-GR" dirty="0"/>
              <a:t>μηδενικής μέσης τιμής και ίδιας διασποράς </a:t>
            </a:r>
            <a:r>
              <a:rPr lang="el-GR" i="1" dirty="0"/>
              <a:t>σ</a:t>
            </a:r>
            <a:r>
              <a:rPr lang="en-US" i="1" baseline="-25000" dirty="0"/>
              <a:t>n</a:t>
            </a:r>
            <a:r>
              <a:rPr lang="en-US" i="1" baseline="30000" dirty="0"/>
              <a:t>2</a:t>
            </a:r>
            <a:r>
              <a:rPr lang="en-US" i="1" dirty="0"/>
              <a:t>=N</a:t>
            </a:r>
            <a:r>
              <a:rPr lang="en-US" i="1" baseline="-25000" dirty="0"/>
              <a:t>0 </a:t>
            </a:r>
            <a:r>
              <a:rPr lang="en-US" i="1" dirty="0"/>
              <a:t>/2</a:t>
            </a:r>
            <a:endParaRPr lang="el-GR" i="1" dirty="0"/>
          </a:p>
          <a:p>
            <a:pPr lvl="1" eaLnBrk="1" hangingPunct="1">
              <a:spcAft>
                <a:spcPts val="600"/>
              </a:spcAft>
              <a:defRPr/>
            </a:pPr>
            <a:r>
              <a:rPr lang="el-GR" dirty="0"/>
              <a:t>η από κοινού </a:t>
            </a:r>
            <a:r>
              <a:rPr lang="en-US" dirty="0" err="1"/>
              <a:t>pdf</a:t>
            </a:r>
            <a:r>
              <a:rPr lang="el-GR" dirty="0"/>
              <a:t> είναι:</a:t>
            </a:r>
            <a:endParaRPr lang="en-US" dirty="0"/>
          </a:p>
          <a:p>
            <a:pPr eaLnBrk="1" hangingPunct="1">
              <a:buFont typeface="Wingdings" panose="05000000000000000000" pitchFamily="2" charset="2"/>
              <a:buNone/>
              <a:defRPr/>
            </a:pPr>
            <a:endParaRPr lang="el-GR" dirty="0"/>
          </a:p>
          <a:p>
            <a:pPr eaLnBrk="1" hangingPunct="1">
              <a:buFont typeface="Wingdings" panose="05000000000000000000" pitchFamily="2" charset="2"/>
              <a:buNone/>
              <a:defRPr/>
            </a:pPr>
            <a:endParaRPr lang="el-GR" dirty="0"/>
          </a:p>
          <a:p>
            <a:pPr eaLnBrk="1" hangingPunct="1">
              <a:buFont typeface="Wingdings" panose="05000000000000000000" pitchFamily="2" charset="2"/>
              <a:buNone/>
              <a:defRPr/>
            </a:pPr>
            <a:endParaRPr lang="el-GR" dirty="0"/>
          </a:p>
          <a:p>
            <a:pPr marL="342900" lvl="1" indent="-342900" eaLnBrk="1" hangingPunct="1">
              <a:buClr>
                <a:schemeClr val="tx2"/>
              </a:buClr>
              <a:buSzPct val="75000"/>
              <a:buFontTx/>
              <a:buNone/>
              <a:defRPr/>
            </a:pPr>
            <a:r>
              <a:rPr lang="el-GR" dirty="0"/>
              <a:t>           όπου</a:t>
            </a:r>
          </a:p>
          <a:p>
            <a:pPr eaLnBrk="1" hangingPunct="1">
              <a:buFont typeface="Wingdings" panose="05000000000000000000" pitchFamily="2" charset="2"/>
              <a:buNone/>
              <a:defRPr/>
            </a:pPr>
            <a:endParaRPr lang="el-GR" dirty="0"/>
          </a:p>
          <a:p>
            <a:pPr eaLnBrk="1" hangingPunct="1">
              <a:lnSpc>
                <a:spcPts val="3200"/>
              </a:lnSpc>
              <a:spcBef>
                <a:spcPts val="2400"/>
              </a:spcBef>
              <a:defRPr/>
            </a:pPr>
            <a:r>
              <a:rPr lang="el-GR" dirty="0">
                <a:solidFill>
                  <a:srgbClr val="0033CC"/>
                </a:solidFill>
              </a:rPr>
              <a:t>Συνιστώσες Διανύσματος </a:t>
            </a:r>
            <a:r>
              <a:rPr lang="en-US" b="1" dirty="0">
                <a:solidFill>
                  <a:srgbClr val="0033CC"/>
                </a:solidFill>
              </a:rPr>
              <a:t>r</a:t>
            </a:r>
            <a:endParaRPr lang="el-GR" b="1" dirty="0">
              <a:solidFill>
                <a:srgbClr val="0033CC"/>
              </a:solidFill>
            </a:endParaRPr>
          </a:p>
          <a:p>
            <a:pPr lvl="1" eaLnBrk="1" hangingPunct="1">
              <a:lnSpc>
                <a:spcPts val="3200"/>
              </a:lnSpc>
              <a:spcAft>
                <a:spcPts val="0"/>
              </a:spcAft>
              <a:buFontTx/>
              <a:buNone/>
              <a:defRPr/>
            </a:pPr>
            <a:r>
              <a:rPr lang="el-GR" dirty="0"/>
              <a:t>Λόγω των συνιστωσών του θορύβου, είναι: </a:t>
            </a:r>
            <a:endParaRPr lang="en-US" dirty="0"/>
          </a:p>
          <a:p>
            <a:pPr lvl="1" eaLnBrk="1" hangingPunct="1">
              <a:lnSpc>
                <a:spcPts val="3200"/>
              </a:lnSpc>
              <a:defRPr/>
            </a:pPr>
            <a:r>
              <a:rPr lang="en-US" dirty="0"/>
              <a:t>Gaussian </a:t>
            </a:r>
            <a:r>
              <a:rPr lang="el-GR" dirty="0"/>
              <a:t>τυχαίες μεταβλητές και ανεξάρτητες</a:t>
            </a:r>
          </a:p>
          <a:p>
            <a:pPr lvl="1" eaLnBrk="1" hangingPunct="1">
              <a:lnSpc>
                <a:spcPts val="3200"/>
              </a:lnSpc>
              <a:defRPr/>
            </a:pPr>
            <a:r>
              <a:rPr lang="el-GR" dirty="0"/>
              <a:t>μέσης τιμής </a:t>
            </a:r>
            <a:r>
              <a:rPr lang="en-US" i="1" dirty="0" err="1"/>
              <a:t>s</a:t>
            </a:r>
            <a:r>
              <a:rPr lang="en-US" i="1" baseline="-25000" dirty="0" err="1"/>
              <a:t>mk</a:t>
            </a:r>
            <a:r>
              <a:rPr lang="en-US" dirty="0"/>
              <a:t> </a:t>
            </a:r>
            <a:r>
              <a:rPr lang="el-GR" dirty="0"/>
              <a:t>η κάθε μία,  και ίσης διασποράς </a:t>
            </a:r>
            <a:r>
              <a:rPr lang="el-GR" i="1" dirty="0"/>
              <a:t>σ</a:t>
            </a:r>
            <a:r>
              <a:rPr lang="en-US" i="1" baseline="-25000" dirty="0"/>
              <a:t>n</a:t>
            </a:r>
            <a:r>
              <a:rPr lang="en-US" i="1" baseline="30000" dirty="0"/>
              <a:t>2</a:t>
            </a:r>
            <a:r>
              <a:rPr lang="en-US" i="1" dirty="0"/>
              <a:t>=N</a:t>
            </a:r>
            <a:r>
              <a:rPr lang="en-US" i="1" baseline="-25000" dirty="0"/>
              <a:t>0</a:t>
            </a:r>
            <a:r>
              <a:rPr lang="en-US" i="1" dirty="0"/>
              <a:t>/2</a:t>
            </a:r>
            <a:endParaRPr lang="el-GR" i="1" dirty="0"/>
          </a:p>
        </p:txBody>
      </p:sp>
      <p:graphicFrame>
        <p:nvGraphicFramePr>
          <p:cNvPr id="27653" name="Object 5">
            <a:extLst>
              <a:ext uri="{FF2B5EF4-FFF2-40B4-BE49-F238E27FC236}">
                <a16:creationId xmlns:a16="http://schemas.microsoft.com/office/drawing/2014/main" id="{8C84E491-DADE-4A6E-960E-5A252026A31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356100" y="2276475"/>
          <a:ext cx="4254500" cy="1076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209800" imgH="558800" progId="Equation.DSMT4">
                  <p:embed/>
                </p:oleObj>
              </mc:Choice>
              <mc:Fallback>
                <p:oleObj name="Equation" r:id="rId3" imgW="2209800" imgH="558800" progId="Equation.DSMT4">
                  <p:embed/>
                  <p:pic>
                    <p:nvPicPr>
                      <p:cNvPr id="27653" name="Object 5">
                        <a:extLst>
                          <a:ext uri="{FF2B5EF4-FFF2-40B4-BE49-F238E27FC236}">
                            <a16:creationId xmlns:a16="http://schemas.microsoft.com/office/drawing/2014/main" id="{8C84E491-DADE-4A6E-960E-5A252026A31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56100" y="2276475"/>
                        <a:ext cx="4254500" cy="1076325"/>
                      </a:xfrm>
                      <a:prstGeom prst="rect">
                        <a:avLst/>
                      </a:prstGeom>
                      <a:solidFill>
                        <a:srgbClr val="CCECFF"/>
                      </a:solidFill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54" name="Object 6">
            <a:extLst>
              <a:ext uri="{FF2B5EF4-FFF2-40B4-BE49-F238E27FC236}">
                <a16:creationId xmlns:a16="http://schemas.microsoft.com/office/drawing/2014/main" id="{47EC54E1-22A1-499E-84FF-B3447007E11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484438" y="3500438"/>
          <a:ext cx="2627312" cy="874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371600" imgH="457200" progId="Equation.DSMT4">
                  <p:embed/>
                </p:oleObj>
              </mc:Choice>
              <mc:Fallback>
                <p:oleObj name="Equation" r:id="rId5" imgW="1371600" imgH="457200" progId="Equation.DSMT4">
                  <p:embed/>
                  <p:pic>
                    <p:nvPicPr>
                      <p:cNvPr id="27654" name="Object 6">
                        <a:extLst>
                          <a:ext uri="{FF2B5EF4-FFF2-40B4-BE49-F238E27FC236}">
                            <a16:creationId xmlns:a16="http://schemas.microsoft.com/office/drawing/2014/main" id="{47EC54E1-22A1-499E-84FF-B3447007E11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84438" y="3500438"/>
                        <a:ext cx="2627312" cy="874712"/>
                      </a:xfrm>
                      <a:prstGeom prst="rect">
                        <a:avLst/>
                      </a:prstGeom>
                      <a:solidFill>
                        <a:srgbClr val="FFE0A3"/>
                      </a:solidFill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603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603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603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058" name="Rectangle 2">
            <a:extLst>
              <a:ext uri="{FF2B5EF4-FFF2-40B4-BE49-F238E27FC236}">
                <a16:creationId xmlns:a16="http://schemas.microsoft.com/office/drawing/2014/main" id="{FA429950-A4FC-4DCC-974D-032648A94F2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l-GR"/>
              <a:t>Υπό Συνθήκη </a:t>
            </a:r>
            <a:r>
              <a:rPr lang="en-US"/>
              <a:t>PDF</a:t>
            </a:r>
            <a:endParaRPr lang="en-GB"/>
          </a:p>
        </p:txBody>
      </p:sp>
      <p:sp>
        <p:nvSpPr>
          <p:cNvPr id="557059" name="Rectangle 3">
            <a:extLst>
              <a:ext uri="{FF2B5EF4-FFF2-40B4-BE49-F238E27FC236}">
                <a16:creationId xmlns:a16="http://schemas.microsoft.com/office/drawing/2014/main" id="{6DC1F7FF-F607-4198-BA6E-86CA7FFBC1D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85750" y="738188"/>
            <a:ext cx="8643938" cy="5715000"/>
          </a:xfrm>
        </p:spPr>
        <p:txBody>
          <a:bodyPr/>
          <a:lstStyle/>
          <a:p>
            <a:pPr marL="342900" lvl="1" indent="-342900" eaLnBrk="1" hangingPunct="1">
              <a:lnSpc>
                <a:spcPct val="150000"/>
              </a:lnSpc>
              <a:buClr>
                <a:schemeClr val="tx2"/>
              </a:buClr>
              <a:buSzPct val="75000"/>
              <a:buFont typeface="Wingdings" pitchFamily="2" charset="2"/>
              <a:buChar char="n"/>
              <a:defRPr/>
            </a:pPr>
            <a:r>
              <a:rPr lang="el-GR" dirty="0"/>
              <a:t>Λόγω ανεξαρτησίας των στοιχείων του </a:t>
            </a:r>
            <a:r>
              <a:rPr lang="en-US" b="1" dirty="0"/>
              <a:t>r</a:t>
            </a:r>
            <a:r>
              <a:rPr lang="en-US" dirty="0"/>
              <a:t> </a:t>
            </a:r>
            <a:r>
              <a:rPr lang="el-GR" dirty="0"/>
              <a:t>μεταξύ τους, </a:t>
            </a:r>
            <a:r>
              <a:rPr lang="el-GR" u="sng" dirty="0"/>
              <a:t>η  από κοινού υπό συνθήκη </a:t>
            </a:r>
            <a:r>
              <a:rPr lang="en-US" u="sng" dirty="0" err="1"/>
              <a:t>pdf</a:t>
            </a:r>
            <a:r>
              <a:rPr lang="el-GR" u="sng" dirty="0"/>
              <a:t> </a:t>
            </a:r>
            <a:r>
              <a:rPr lang="el-GR" dirty="0"/>
              <a:t>να ληφθεί </a:t>
            </a:r>
            <a:r>
              <a:rPr lang="en-US" b="1" dirty="0">
                <a:solidFill>
                  <a:srgbClr val="0033CC"/>
                </a:solidFill>
              </a:rPr>
              <a:t>r</a:t>
            </a:r>
            <a:r>
              <a:rPr lang="en-US" dirty="0">
                <a:solidFill>
                  <a:srgbClr val="0033CC"/>
                </a:solidFill>
              </a:rPr>
              <a:t> </a:t>
            </a:r>
            <a:r>
              <a:rPr lang="el-GR" dirty="0">
                <a:solidFill>
                  <a:srgbClr val="0033CC"/>
                </a:solidFill>
              </a:rPr>
              <a:t>δεδομένου ότι στάλθηκε </a:t>
            </a:r>
            <a:r>
              <a:rPr lang="en-US" b="1" dirty="0" err="1">
                <a:solidFill>
                  <a:srgbClr val="0033CC"/>
                </a:solidFill>
              </a:rPr>
              <a:t>s</a:t>
            </a:r>
            <a:r>
              <a:rPr lang="en-US" baseline="-25000" dirty="0" err="1">
                <a:solidFill>
                  <a:srgbClr val="0033CC"/>
                </a:solidFill>
              </a:rPr>
              <a:t>m</a:t>
            </a:r>
            <a:r>
              <a:rPr lang="el-GR" baseline="-25000" dirty="0">
                <a:solidFill>
                  <a:srgbClr val="0033CC"/>
                </a:solidFill>
              </a:rPr>
              <a:t>  </a:t>
            </a:r>
            <a:r>
              <a:rPr lang="el-GR" dirty="0"/>
              <a:t>είναι</a:t>
            </a:r>
          </a:p>
          <a:p>
            <a:pPr eaLnBrk="1" hangingPunct="1">
              <a:defRPr/>
            </a:pPr>
            <a:endParaRPr lang="el-GR" baseline="-25000" dirty="0">
              <a:solidFill>
                <a:srgbClr val="0033CC"/>
              </a:solidFill>
            </a:endParaRPr>
          </a:p>
          <a:p>
            <a:pPr lvl="1" eaLnBrk="1" hangingPunct="1">
              <a:defRPr/>
            </a:pPr>
            <a:endParaRPr lang="el-GR" dirty="0"/>
          </a:p>
          <a:p>
            <a:pPr lvl="1" eaLnBrk="1" hangingPunct="1">
              <a:buFontTx/>
              <a:buNone/>
              <a:defRPr/>
            </a:pPr>
            <a:endParaRPr lang="el-GR" dirty="0"/>
          </a:p>
          <a:p>
            <a:pPr lvl="1" eaLnBrk="1" hangingPunct="1">
              <a:defRPr/>
            </a:pPr>
            <a:r>
              <a:rPr lang="el-GR" dirty="0"/>
              <a:t>όπου</a:t>
            </a:r>
          </a:p>
          <a:p>
            <a:pPr eaLnBrk="1" hangingPunct="1">
              <a:buFont typeface="Wingdings" panose="05000000000000000000" pitchFamily="2" charset="2"/>
              <a:buNone/>
              <a:defRPr/>
            </a:pPr>
            <a:endParaRPr lang="el-GR" b="1" dirty="0"/>
          </a:p>
          <a:p>
            <a:pPr eaLnBrk="1" hangingPunct="1">
              <a:spcBef>
                <a:spcPts val="1200"/>
              </a:spcBef>
              <a:defRPr/>
            </a:pPr>
            <a:r>
              <a:rPr lang="el-GR" dirty="0"/>
              <a:t>Τελικά η από κοινού </a:t>
            </a:r>
            <a:r>
              <a:rPr lang="en-US" dirty="0" err="1"/>
              <a:t>pdf</a:t>
            </a:r>
            <a:r>
              <a:rPr lang="en-US" dirty="0"/>
              <a:t> </a:t>
            </a:r>
            <a:r>
              <a:rPr lang="el-GR" dirty="0"/>
              <a:t>για κάθε </a:t>
            </a:r>
            <a:r>
              <a:rPr lang="en-US" i="1" dirty="0"/>
              <a:t>m</a:t>
            </a:r>
            <a:r>
              <a:rPr lang="en-US" dirty="0"/>
              <a:t> </a:t>
            </a:r>
            <a:r>
              <a:rPr lang="el-GR" dirty="0"/>
              <a:t>είναι</a:t>
            </a:r>
            <a:endParaRPr lang="en-US" dirty="0"/>
          </a:p>
          <a:p>
            <a:pPr eaLnBrk="1" hangingPunct="1">
              <a:spcBef>
                <a:spcPts val="1200"/>
              </a:spcBef>
              <a:defRPr/>
            </a:pPr>
            <a:endParaRPr lang="en-US" dirty="0"/>
          </a:p>
          <a:p>
            <a:pPr eaLnBrk="1" hangingPunct="1">
              <a:spcBef>
                <a:spcPts val="1200"/>
              </a:spcBef>
              <a:defRPr/>
            </a:pPr>
            <a:endParaRPr lang="en-US" dirty="0"/>
          </a:p>
          <a:p>
            <a:pPr eaLnBrk="1" hangingPunct="1">
              <a:spcBef>
                <a:spcPts val="1200"/>
              </a:spcBef>
              <a:defRPr/>
            </a:pPr>
            <a:endParaRPr lang="en-US" dirty="0"/>
          </a:p>
          <a:p>
            <a:pPr eaLnBrk="1" hangingPunct="1">
              <a:spcBef>
                <a:spcPts val="1200"/>
              </a:spcBef>
              <a:defRPr/>
            </a:pPr>
            <a:r>
              <a:rPr lang="el-GR" dirty="0"/>
              <a:t>Καλείται και </a:t>
            </a:r>
            <a:r>
              <a:rPr lang="el-GR" dirty="0">
                <a:solidFill>
                  <a:srgbClr val="0033CC"/>
                </a:solidFill>
              </a:rPr>
              <a:t>συνάρτηση πιθανοφάνειας </a:t>
            </a:r>
            <a:r>
              <a:rPr lang="en-US" dirty="0">
                <a:solidFill>
                  <a:srgbClr val="0033CC"/>
                </a:solidFill>
              </a:rPr>
              <a:t>(likelihood) </a:t>
            </a:r>
            <a:r>
              <a:rPr lang="el-GR" dirty="0"/>
              <a:t>του </a:t>
            </a:r>
            <a:r>
              <a:rPr lang="en-US" b="1" dirty="0" err="1">
                <a:solidFill>
                  <a:srgbClr val="0033CC"/>
                </a:solidFill>
              </a:rPr>
              <a:t>s</a:t>
            </a:r>
            <a:r>
              <a:rPr lang="en-US" baseline="-25000" dirty="0" err="1">
                <a:solidFill>
                  <a:srgbClr val="0033CC"/>
                </a:solidFill>
              </a:rPr>
              <a:t>m</a:t>
            </a:r>
            <a:endParaRPr lang="en-GB" dirty="0"/>
          </a:p>
        </p:txBody>
      </p:sp>
      <p:graphicFrame>
        <p:nvGraphicFramePr>
          <p:cNvPr id="29701" name="Object 4">
            <a:extLst>
              <a:ext uri="{FF2B5EF4-FFF2-40B4-BE49-F238E27FC236}">
                <a16:creationId xmlns:a16="http://schemas.microsoft.com/office/drawing/2014/main" id="{C56DB0C7-4BC0-4D08-AADE-08FE1B0CD9F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100388" y="1900238"/>
          <a:ext cx="3033712" cy="881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485900" imgH="431800" progId="Equation.DSMT4">
                  <p:embed/>
                </p:oleObj>
              </mc:Choice>
              <mc:Fallback>
                <p:oleObj name="Equation" r:id="rId3" imgW="1485900" imgH="431800" progId="Equation.DSMT4">
                  <p:embed/>
                  <p:pic>
                    <p:nvPicPr>
                      <p:cNvPr id="29701" name="Object 4">
                        <a:extLst>
                          <a:ext uri="{FF2B5EF4-FFF2-40B4-BE49-F238E27FC236}">
                            <a16:creationId xmlns:a16="http://schemas.microsoft.com/office/drawing/2014/main" id="{C56DB0C7-4BC0-4D08-AADE-08FE1B0CD9F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00388" y="1900238"/>
                        <a:ext cx="3033712" cy="881062"/>
                      </a:xfrm>
                      <a:prstGeom prst="rect">
                        <a:avLst/>
                      </a:prstGeom>
                      <a:solidFill>
                        <a:srgbClr val="CCECFF"/>
                      </a:solidFill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02" name="Object 5">
            <a:extLst>
              <a:ext uri="{FF2B5EF4-FFF2-40B4-BE49-F238E27FC236}">
                <a16:creationId xmlns:a16="http://schemas.microsoft.com/office/drawing/2014/main" id="{8371AFB5-692E-4F7E-8095-C45496F9967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051050" y="2982913"/>
          <a:ext cx="3857625" cy="950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854200" imgH="457200" progId="Equation.DSMT4">
                  <p:embed/>
                </p:oleObj>
              </mc:Choice>
              <mc:Fallback>
                <p:oleObj name="Equation" r:id="rId5" imgW="1854200" imgH="457200" progId="Equation.DSMT4">
                  <p:embed/>
                  <p:pic>
                    <p:nvPicPr>
                      <p:cNvPr id="29702" name="Object 5">
                        <a:extLst>
                          <a:ext uri="{FF2B5EF4-FFF2-40B4-BE49-F238E27FC236}">
                            <a16:creationId xmlns:a16="http://schemas.microsoft.com/office/drawing/2014/main" id="{8371AFB5-692E-4F7E-8095-C45496F9967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1050" y="2982913"/>
                        <a:ext cx="3857625" cy="950912"/>
                      </a:xfrm>
                      <a:prstGeom prst="rect">
                        <a:avLst/>
                      </a:prstGeom>
                      <a:solidFill>
                        <a:srgbClr val="FFE0A3"/>
                      </a:solidFill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03" name="Object 6">
            <a:extLst>
              <a:ext uri="{FF2B5EF4-FFF2-40B4-BE49-F238E27FC236}">
                <a16:creationId xmlns:a16="http://schemas.microsoft.com/office/drawing/2014/main" id="{4DE2ADEF-ABC4-4906-BF41-A5C48E707EB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014538" y="4556125"/>
          <a:ext cx="5221287" cy="960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2552700" imgH="469900" progId="Equation.DSMT4">
                  <p:embed/>
                </p:oleObj>
              </mc:Choice>
              <mc:Fallback>
                <p:oleObj name="Equation" r:id="rId7" imgW="2552700" imgH="469900" progId="Equation.DSMT4">
                  <p:embed/>
                  <p:pic>
                    <p:nvPicPr>
                      <p:cNvPr id="29703" name="Object 6">
                        <a:extLst>
                          <a:ext uri="{FF2B5EF4-FFF2-40B4-BE49-F238E27FC236}">
                            <a16:creationId xmlns:a16="http://schemas.microsoft.com/office/drawing/2014/main" id="{4DE2ADEF-ABC4-4906-BF41-A5C48E707EB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14538" y="4556125"/>
                        <a:ext cx="5221287" cy="960438"/>
                      </a:xfrm>
                      <a:prstGeom prst="rect">
                        <a:avLst/>
                      </a:prstGeom>
                      <a:solidFill>
                        <a:srgbClr val="CCECFF"/>
                      </a:solidFill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842" name="Rectangle 2">
            <a:extLst>
              <a:ext uri="{FF2B5EF4-FFF2-40B4-BE49-F238E27FC236}">
                <a16:creationId xmlns:a16="http://schemas.microsoft.com/office/drawing/2014/main" id="{ED1B14EB-2BFD-4D6A-B9F1-29488F7B923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l-GR"/>
              <a:t>Βασικά Τμήματα Βέλτιστου Δέκτη</a:t>
            </a:r>
            <a:endParaRPr lang="en-GB"/>
          </a:p>
        </p:txBody>
      </p:sp>
      <p:sp>
        <p:nvSpPr>
          <p:cNvPr id="547843" name="Rectangle 3">
            <a:extLst>
              <a:ext uri="{FF2B5EF4-FFF2-40B4-BE49-F238E27FC236}">
                <a16:creationId xmlns:a16="http://schemas.microsoft.com/office/drawing/2014/main" id="{1EB8C0EE-B9D0-4235-B500-718C24C1D64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95288" y="4437063"/>
            <a:ext cx="4105275" cy="1439862"/>
          </a:xfrm>
          <a:ln cap="flat">
            <a:solidFill>
              <a:schemeClr val="tx1"/>
            </a:solidFill>
            <a:prstDash val="sysDot"/>
          </a:ln>
        </p:spPr>
        <p:txBody>
          <a:bodyPr/>
          <a:lstStyle/>
          <a:p>
            <a:pPr marL="381000" indent="-381000"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l-GR" dirty="0"/>
              <a:t>Μπορεί να είναι είτε</a:t>
            </a:r>
          </a:p>
          <a:p>
            <a:pPr marL="381000" indent="-381000"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l-GR" u="sng" dirty="0">
                <a:solidFill>
                  <a:srgbClr val="0033CC"/>
                </a:solidFill>
              </a:rPr>
              <a:t>Αποδιαμορφωτής Συσχέτισης</a:t>
            </a:r>
            <a:endParaRPr lang="en-US" u="sng" dirty="0">
              <a:solidFill>
                <a:srgbClr val="0033CC"/>
              </a:solidFill>
            </a:endParaRPr>
          </a:p>
          <a:p>
            <a:pPr marL="381000" indent="-381000"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l-GR" dirty="0"/>
              <a:t> είτε  </a:t>
            </a:r>
            <a:r>
              <a:rPr lang="el-GR" dirty="0">
                <a:solidFill>
                  <a:srgbClr val="0033CC"/>
                </a:solidFill>
              </a:rPr>
              <a:t>Αποδιαμορφωτής Προσαρμοσμένων Φίλτρων</a:t>
            </a:r>
            <a:endParaRPr lang="en-GB" dirty="0">
              <a:solidFill>
                <a:srgbClr val="0033CC"/>
              </a:solidFill>
            </a:endParaRPr>
          </a:p>
        </p:txBody>
      </p:sp>
      <p:sp>
        <p:nvSpPr>
          <p:cNvPr id="50181" name="Text Box 6">
            <a:extLst>
              <a:ext uri="{FF2B5EF4-FFF2-40B4-BE49-F238E27FC236}">
                <a16:creationId xmlns:a16="http://schemas.microsoft.com/office/drawing/2014/main" id="{1950CEFD-C57E-4ABE-A319-2E1CFDC359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2346325"/>
            <a:ext cx="2971800" cy="714375"/>
          </a:xfrm>
          <a:prstGeom prst="rect">
            <a:avLst/>
          </a:prstGeom>
          <a:solidFill>
            <a:srgbClr val="FFFF99"/>
          </a:solidFill>
          <a:ln w="12700" cap="sq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el-GR" altLang="el-GR"/>
              <a:t>ΑΠΟΔΙΑΜΟΡΦΩΤΗΣ </a:t>
            </a:r>
            <a:br>
              <a:rPr lang="el-GR" altLang="el-GR"/>
            </a:br>
            <a:r>
              <a:rPr lang="el-GR" altLang="el-GR"/>
              <a:t>ΣΗΜΑΤΟΣ</a:t>
            </a:r>
            <a:endParaRPr lang="en-GB" altLang="el-GR"/>
          </a:p>
        </p:txBody>
      </p:sp>
      <p:sp>
        <p:nvSpPr>
          <p:cNvPr id="50182" name="Text Box 8">
            <a:extLst>
              <a:ext uri="{FF2B5EF4-FFF2-40B4-BE49-F238E27FC236}">
                <a16:creationId xmlns:a16="http://schemas.microsoft.com/office/drawing/2014/main" id="{D47D4BAF-1B6C-43D0-8654-A0E3637B53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53000" y="2346325"/>
            <a:ext cx="2971800" cy="714375"/>
          </a:xfrm>
          <a:prstGeom prst="rect">
            <a:avLst/>
          </a:prstGeom>
          <a:solidFill>
            <a:srgbClr val="CCFFFF"/>
          </a:solidFill>
          <a:ln w="12700" cap="sq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el-GR" altLang="el-GR"/>
              <a:t>ΦΩΡΑΤΗΣ</a:t>
            </a:r>
            <a:br>
              <a:rPr lang="el-GR" altLang="el-GR"/>
            </a:br>
            <a:endParaRPr lang="en-GB" altLang="el-GR"/>
          </a:p>
        </p:txBody>
      </p:sp>
      <p:sp>
        <p:nvSpPr>
          <p:cNvPr id="50183" name="Line 9">
            <a:extLst>
              <a:ext uri="{FF2B5EF4-FFF2-40B4-BE49-F238E27FC236}">
                <a16:creationId xmlns:a16="http://schemas.microsoft.com/office/drawing/2014/main" id="{66A7901C-3A96-413D-B3F2-CE2DA0BB8432}"/>
              </a:ext>
            </a:extLst>
          </p:cNvPr>
          <p:cNvSpPr>
            <a:spLocks noChangeShapeType="1"/>
          </p:cNvSpPr>
          <p:nvPr/>
        </p:nvSpPr>
        <p:spPr bwMode="auto">
          <a:xfrm>
            <a:off x="381000" y="2727325"/>
            <a:ext cx="762000" cy="0"/>
          </a:xfrm>
          <a:prstGeom prst="line">
            <a:avLst/>
          </a:prstGeom>
          <a:noFill/>
          <a:ln w="38100" cap="sq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l-GR"/>
          </a:p>
        </p:txBody>
      </p:sp>
      <p:sp>
        <p:nvSpPr>
          <p:cNvPr id="50184" name="Line 10">
            <a:extLst>
              <a:ext uri="{FF2B5EF4-FFF2-40B4-BE49-F238E27FC236}">
                <a16:creationId xmlns:a16="http://schemas.microsoft.com/office/drawing/2014/main" id="{4936339E-D164-4EC1-8A0F-CB4572905661}"/>
              </a:ext>
            </a:extLst>
          </p:cNvPr>
          <p:cNvSpPr>
            <a:spLocks noChangeShapeType="1"/>
          </p:cNvSpPr>
          <p:nvPr/>
        </p:nvSpPr>
        <p:spPr bwMode="auto">
          <a:xfrm>
            <a:off x="4191000" y="2727325"/>
            <a:ext cx="762000" cy="0"/>
          </a:xfrm>
          <a:prstGeom prst="line">
            <a:avLst/>
          </a:prstGeom>
          <a:noFill/>
          <a:ln w="38100" cap="sq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l-GR"/>
          </a:p>
        </p:txBody>
      </p:sp>
      <p:sp>
        <p:nvSpPr>
          <p:cNvPr id="50185" name="Line 11">
            <a:extLst>
              <a:ext uri="{FF2B5EF4-FFF2-40B4-BE49-F238E27FC236}">
                <a16:creationId xmlns:a16="http://schemas.microsoft.com/office/drawing/2014/main" id="{E80FD286-7805-4FF1-A7F0-52D9E7166D82}"/>
              </a:ext>
            </a:extLst>
          </p:cNvPr>
          <p:cNvSpPr>
            <a:spLocks noChangeShapeType="1"/>
          </p:cNvSpPr>
          <p:nvPr/>
        </p:nvSpPr>
        <p:spPr bwMode="auto">
          <a:xfrm>
            <a:off x="7924800" y="2727325"/>
            <a:ext cx="762000" cy="0"/>
          </a:xfrm>
          <a:prstGeom prst="line">
            <a:avLst/>
          </a:prstGeom>
          <a:noFill/>
          <a:ln w="38100" cap="sq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l-GR"/>
          </a:p>
        </p:txBody>
      </p:sp>
      <p:graphicFrame>
        <p:nvGraphicFramePr>
          <p:cNvPr id="50186" name="Object 13">
            <a:extLst>
              <a:ext uri="{FF2B5EF4-FFF2-40B4-BE49-F238E27FC236}">
                <a16:creationId xmlns:a16="http://schemas.microsoft.com/office/drawing/2014/main" id="{ADEDABBE-4CE1-4F34-9E1F-114FA20BBF7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4925" y="2708275"/>
          <a:ext cx="68580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304536" imgH="253780" progId="Equation.DSMT4">
                  <p:embed/>
                </p:oleObj>
              </mc:Choice>
              <mc:Fallback>
                <p:oleObj name="Equation" r:id="rId3" imgW="304536" imgH="253780" progId="Equation.DSMT4">
                  <p:embed/>
                  <p:pic>
                    <p:nvPicPr>
                      <p:cNvPr id="50186" name="Object 13">
                        <a:extLst>
                          <a:ext uri="{FF2B5EF4-FFF2-40B4-BE49-F238E27FC236}">
                            <a16:creationId xmlns:a16="http://schemas.microsoft.com/office/drawing/2014/main" id="{ADEDABBE-4CE1-4F34-9E1F-114FA20BBF7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925" y="2708275"/>
                        <a:ext cx="685800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E0A3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187" name="Object 14">
            <a:extLst>
              <a:ext uri="{FF2B5EF4-FFF2-40B4-BE49-F238E27FC236}">
                <a16:creationId xmlns:a16="http://schemas.microsoft.com/office/drawing/2014/main" id="{92E9C29F-D2B7-43E8-8957-819898302FB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00400" y="3594100"/>
          <a:ext cx="2400300" cy="628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066800" imgH="279400" progId="Equation.DSMT4">
                  <p:embed/>
                </p:oleObj>
              </mc:Choice>
              <mc:Fallback>
                <p:oleObj name="Equation" r:id="rId5" imgW="1066800" imgH="279400" progId="Equation.DSMT4">
                  <p:embed/>
                  <p:pic>
                    <p:nvPicPr>
                      <p:cNvPr id="50187" name="Object 14">
                        <a:extLst>
                          <a:ext uri="{FF2B5EF4-FFF2-40B4-BE49-F238E27FC236}">
                            <a16:creationId xmlns:a16="http://schemas.microsoft.com/office/drawing/2014/main" id="{92E9C29F-D2B7-43E8-8957-819898302FB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0400" y="3594100"/>
                        <a:ext cx="2400300" cy="628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E0A3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188" name="Object 15">
            <a:extLst>
              <a:ext uri="{FF2B5EF4-FFF2-40B4-BE49-F238E27FC236}">
                <a16:creationId xmlns:a16="http://schemas.microsoft.com/office/drawing/2014/main" id="{55F696BA-252A-46A7-BE17-47D337990DE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493125" y="2854325"/>
          <a:ext cx="400050" cy="514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77646" imgH="228402" progId="Equation.DSMT4">
                  <p:embed/>
                </p:oleObj>
              </mc:Choice>
              <mc:Fallback>
                <p:oleObj name="Equation" r:id="rId7" imgW="177646" imgH="228402" progId="Equation.DSMT4">
                  <p:embed/>
                  <p:pic>
                    <p:nvPicPr>
                      <p:cNvPr id="50188" name="Object 15">
                        <a:extLst>
                          <a:ext uri="{FF2B5EF4-FFF2-40B4-BE49-F238E27FC236}">
                            <a16:creationId xmlns:a16="http://schemas.microsoft.com/office/drawing/2014/main" id="{55F696BA-252A-46A7-BE17-47D337990DE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93125" y="2854325"/>
                        <a:ext cx="400050" cy="514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E0A3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47856" name="Rectangle 16">
            <a:extLst>
              <a:ext uri="{FF2B5EF4-FFF2-40B4-BE49-F238E27FC236}">
                <a16:creationId xmlns:a16="http://schemas.microsoft.com/office/drawing/2014/main" id="{69ED00AC-9E23-494F-B5C1-69899BD8A6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39975" y="917575"/>
            <a:ext cx="4392613" cy="11430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lIns="91430" tIns="45715" rIns="91430" bIns="45715"/>
          <a:lstStyle/>
          <a:p>
            <a:pPr algn="ctr" eaLnBrk="1" hangingPunct="1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lang="el-GR" dirty="0">
                <a:solidFill>
                  <a:srgbClr val="00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rPr>
              <a:t>Ελαχιστοποιεί την πιθανότητα σφάλματος απόφασης</a:t>
            </a:r>
            <a:endParaRPr lang="en-GB" dirty="0">
              <a:solidFill>
                <a:srgbClr val="0033CC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Verdana" pitchFamily="34" charset="0"/>
            </a:endParaRPr>
          </a:p>
        </p:txBody>
      </p:sp>
      <p:sp>
        <p:nvSpPr>
          <p:cNvPr id="50190" name="Rectangle 17">
            <a:extLst>
              <a:ext uri="{FF2B5EF4-FFF2-40B4-BE49-F238E27FC236}">
                <a16:creationId xmlns:a16="http://schemas.microsoft.com/office/drawing/2014/main" id="{225EA662-B47B-448C-91EF-3B2D56DC37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00" y="1989138"/>
            <a:ext cx="7315200" cy="1295400"/>
          </a:xfrm>
          <a:prstGeom prst="rect">
            <a:avLst/>
          </a:prstGeom>
          <a:noFill/>
          <a:ln w="12700">
            <a:solidFill>
              <a:schemeClr val="tx1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 eaLnBrk="1" hangingPunct="1"/>
            <a:endParaRPr lang="el-GR" altLang="el-GR">
              <a:latin typeface="Tahoma" panose="020B0604030504040204" pitchFamily="34" charset="0"/>
            </a:endParaRPr>
          </a:p>
        </p:txBody>
      </p:sp>
      <p:sp>
        <p:nvSpPr>
          <p:cNvPr id="50191" name="Line 18">
            <a:extLst>
              <a:ext uri="{FF2B5EF4-FFF2-40B4-BE49-F238E27FC236}">
                <a16:creationId xmlns:a16="http://schemas.microsoft.com/office/drawing/2014/main" id="{CE29310F-48F4-4F01-B1D2-0C4CE8CE3E2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635375" y="2852738"/>
            <a:ext cx="936625" cy="720725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l-GR"/>
          </a:p>
        </p:txBody>
      </p:sp>
      <p:sp>
        <p:nvSpPr>
          <p:cNvPr id="50192" name="Line 19">
            <a:extLst>
              <a:ext uri="{FF2B5EF4-FFF2-40B4-BE49-F238E27FC236}">
                <a16:creationId xmlns:a16="http://schemas.microsoft.com/office/drawing/2014/main" id="{9EF38F5D-B520-4A09-8C9A-6F364E23459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051050" y="3141663"/>
            <a:ext cx="217488" cy="1223962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l-GR"/>
          </a:p>
        </p:txBody>
      </p:sp>
      <p:sp>
        <p:nvSpPr>
          <p:cNvPr id="547860" name="Rectangle 20">
            <a:extLst>
              <a:ext uri="{FF2B5EF4-FFF2-40B4-BE49-F238E27FC236}">
                <a16:creationId xmlns:a16="http://schemas.microsoft.com/office/drawing/2014/main" id="{B9644D79-F57D-4147-8C35-AF62166534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03800" y="4724400"/>
            <a:ext cx="3840163" cy="1600200"/>
          </a:xfrm>
          <a:prstGeom prst="rect">
            <a:avLst/>
          </a:prstGeom>
          <a:noFill/>
          <a:ln w="12700">
            <a:solidFill>
              <a:schemeClr val="tx1"/>
            </a:solidFill>
            <a:prstDash val="sysDot"/>
            <a:miter lim="800000"/>
            <a:headEnd type="none" w="sm" len="sm"/>
            <a:tailEnd type="none" w="sm" len="sm"/>
          </a:ln>
          <a:effectLst/>
        </p:spPr>
        <p:txBody>
          <a:bodyPr lIns="91430" tIns="45715" rIns="91430" bIns="45715"/>
          <a:lstStyle/>
          <a:p>
            <a:pPr marL="381000" indent="-381000" eaLnBrk="1" hangingPunct="1">
              <a:lnSpc>
                <a:spcPct val="9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lang="el-GR"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rPr>
              <a:t>    Αποφασίζει ποια από τις Μ κυματομορφές μεταδόθηκε βασισμένος στην παρατήρηση του διανύσματος </a:t>
            </a:r>
            <a:r>
              <a:rPr lang="en-US" b="1"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rPr>
              <a:t>r</a:t>
            </a:r>
            <a:endParaRPr lang="en-GB" b="1">
              <a:effectLst>
                <a:outerShdw blurRad="38100" dist="38100" dir="2700000" algn="tl">
                  <a:srgbClr val="C0C0C0"/>
                </a:outerShdw>
              </a:effectLst>
              <a:latin typeface="Verdana" pitchFamily="34" charset="0"/>
            </a:endParaRPr>
          </a:p>
        </p:txBody>
      </p:sp>
      <p:sp>
        <p:nvSpPr>
          <p:cNvPr id="50194" name="Line 21">
            <a:extLst>
              <a:ext uri="{FF2B5EF4-FFF2-40B4-BE49-F238E27FC236}">
                <a16:creationId xmlns:a16="http://schemas.microsoft.com/office/drawing/2014/main" id="{B17A1625-AB39-4643-A89C-EB06B31D92C2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6588125" y="3138488"/>
            <a:ext cx="504825" cy="1585912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l-G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274" name="Rectangle 2">
            <a:extLst>
              <a:ext uri="{FF2B5EF4-FFF2-40B4-BE49-F238E27FC236}">
                <a16:creationId xmlns:a16="http://schemas.microsoft.com/office/drawing/2014/main" id="{E1EDC436-5FCB-4329-A97F-CB8EE2CB97E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l-GR"/>
              <a:t>Βέλτιστος Φωρατής</a:t>
            </a:r>
            <a:endParaRPr lang="en-GB"/>
          </a:p>
        </p:txBody>
      </p:sp>
      <p:sp>
        <p:nvSpPr>
          <p:cNvPr id="566275" name="Rectangle 3">
            <a:extLst>
              <a:ext uri="{FF2B5EF4-FFF2-40B4-BE49-F238E27FC236}">
                <a16:creationId xmlns:a16="http://schemas.microsoft.com/office/drawing/2014/main" id="{E97D5EC7-FEAC-4533-BFC5-44D5E24B67A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50825" y="1027113"/>
            <a:ext cx="8713788" cy="5715000"/>
          </a:xfrm>
        </p:spPr>
        <p:txBody>
          <a:bodyPr/>
          <a:lstStyle/>
          <a:p>
            <a:pPr eaLnBrk="1" hangingPunct="1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defRPr/>
            </a:pPr>
            <a:r>
              <a:rPr lang="el-GR" dirty="0">
                <a:solidFill>
                  <a:srgbClr val="0033CC"/>
                </a:solidFill>
              </a:rPr>
              <a:t>Λειτουργία:</a:t>
            </a:r>
          </a:p>
          <a:p>
            <a:pPr lvl="1" eaLnBrk="1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defRPr/>
            </a:pPr>
            <a:r>
              <a:rPr lang="el-GR" dirty="0"/>
              <a:t>είσοδος: το Ν-διάστατο διάνυσμα των προβολών</a:t>
            </a:r>
            <a:endParaRPr lang="en-US" i="1" dirty="0"/>
          </a:p>
          <a:p>
            <a:pPr lvl="1" eaLnBrk="1" hangingPunct="1">
              <a:lnSpc>
                <a:spcPct val="150000"/>
              </a:lnSpc>
              <a:spcBef>
                <a:spcPts val="0"/>
              </a:spcBef>
              <a:spcAft>
                <a:spcPts val="1800"/>
              </a:spcAft>
              <a:defRPr/>
            </a:pPr>
            <a:r>
              <a:rPr lang="el-GR" dirty="0"/>
              <a:t>έξοδος: η απόφαση για το σύμβολο που στάλθηκε</a:t>
            </a:r>
          </a:p>
          <a:p>
            <a:pPr eaLnBrk="1" hangingPunct="1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defRPr/>
            </a:pPr>
            <a:r>
              <a:rPr lang="el-GR" dirty="0">
                <a:solidFill>
                  <a:srgbClr val="FF0000"/>
                </a:solidFill>
              </a:rPr>
              <a:t>Ερώτηση:</a:t>
            </a:r>
            <a:r>
              <a:rPr lang="el-GR" dirty="0"/>
              <a:t> δεδομένου του διανύσματος </a:t>
            </a:r>
            <a:r>
              <a:rPr lang="en-US" b="1" i="1" dirty="0"/>
              <a:t>r</a:t>
            </a:r>
            <a:r>
              <a:rPr lang="en-US" dirty="0"/>
              <a:t>, </a:t>
            </a:r>
            <a:r>
              <a:rPr lang="el-GR" dirty="0"/>
              <a:t>ποιος είναι ο βέλτιστος τρόπος να αποφασίσει ο φωρατής ποιο σύμβολο στάλθηκε;</a:t>
            </a:r>
            <a:endParaRPr lang="en-US" dirty="0"/>
          </a:p>
          <a:p>
            <a:pPr eaLnBrk="1" hangingPunct="1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defRPr/>
            </a:pPr>
            <a:r>
              <a:rPr lang="el-GR" dirty="0">
                <a:solidFill>
                  <a:srgbClr val="FF0000"/>
                </a:solidFill>
              </a:rPr>
              <a:t>Υπόθεση:</a:t>
            </a:r>
            <a:r>
              <a:rPr lang="el-GR" dirty="0"/>
              <a:t> το σύστημα δεν έχει μνήμη μεταξύ διαδοχικών περιόδων συμβόλου </a:t>
            </a:r>
            <a:r>
              <a:rPr lang="el-GR" i="1" dirty="0"/>
              <a:t>Τ</a:t>
            </a:r>
            <a:endParaRPr lang="el-GR" dirty="0">
              <a:solidFill>
                <a:srgbClr val="0033CC"/>
              </a:solidFill>
            </a:endParaRPr>
          </a:p>
          <a:p>
            <a:pPr eaLnBrk="1" hangingPunct="1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defRPr/>
            </a:pPr>
            <a:r>
              <a:rPr lang="el-GR" dirty="0">
                <a:solidFill>
                  <a:srgbClr val="0033CC"/>
                </a:solidFill>
              </a:rPr>
              <a:t>Απάντηση:</a:t>
            </a:r>
            <a:r>
              <a:rPr lang="el-GR" dirty="0"/>
              <a:t> δοθείσης της παρατήρησης </a:t>
            </a:r>
            <a:r>
              <a:rPr lang="en-US" b="1" i="1" dirty="0"/>
              <a:t>r</a:t>
            </a:r>
            <a:r>
              <a:rPr lang="en-US" dirty="0"/>
              <a:t>,</a:t>
            </a:r>
            <a:r>
              <a:rPr lang="el-GR" dirty="0"/>
              <a:t> θέλουμε να μεγιστοποιείται η πιθανότητα σωστής απόφασης</a:t>
            </a:r>
            <a:r>
              <a:rPr lang="en-US" dirty="0"/>
              <a:t> </a:t>
            </a:r>
            <a:endParaRPr lang="el-GR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298" name="Rectangle 2">
            <a:extLst>
              <a:ext uri="{FF2B5EF4-FFF2-40B4-BE49-F238E27FC236}">
                <a16:creationId xmlns:a16="http://schemas.microsoft.com/office/drawing/2014/main" id="{864195DC-126A-41F6-8263-D218BFF0D9A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l-GR"/>
              <a:t>Γεωμετρική Ερμηνεία του </a:t>
            </a:r>
            <a:r>
              <a:rPr lang="en-US" b="1" i="1"/>
              <a:t>r</a:t>
            </a:r>
            <a:endParaRPr lang="en-GB" b="1" i="1"/>
          </a:p>
        </p:txBody>
      </p:sp>
      <p:sp>
        <p:nvSpPr>
          <p:cNvPr id="567299" name="Rectangle 3">
            <a:extLst>
              <a:ext uri="{FF2B5EF4-FFF2-40B4-BE49-F238E27FC236}">
                <a16:creationId xmlns:a16="http://schemas.microsoft.com/office/drawing/2014/main" id="{22A95BE9-2A79-4F3F-94C6-0B890A056FC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85750" y="836613"/>
            <a:ext cx="8643938" cy="5715000"/>
          </a:xfrm>
        </p:spPr>
        <p:txBody>
          <a:bodyPr/>
          <a:lstStyle/>
          <a:p>
            <a:pPr eaLnBrk="1" hangingPunct="1">
              <a:defRPr/>
            </a:pPr>
            <a:r>
              <a:rPr lang="el-GR" dirty="0"/>
              <a:t>Το διάνυσμα των προβολών εκφράζεται ως</a:t>
            </a:r>
          </a:p>
          <a:p>
            <a:pPr eaLnBrk="1" hangingPunct="1">
              <a:defRPr/>
            </a:pPr>
            <a:endParaRPr lang="el-GR" dirty="0"/>
          </a:p>
          <a:p>
            <a:pPr eaLnBrk="1" hangingPunct="1">
              <a:defRPr/>
            </a:pPr>
            <a:endParaRPr lang="el-GR" dirty="0"/>
          </a:p>
          <a:p>
            <a:pPr eaLnBrk="1" hangingPunct="1">
              <a:lnSpc>
                <a:spcPts val="2600"/>
              </a:lnSpc>
              <a:spcAft>
                <a:spcPts val="400"/>
              </a:spcAft>
              <a:defRPr/>
            </a:pPr>
            <a:r>
              <a:rPr lang="el-GR" dirty="0"/>
              <a:t>Λόγω των ιδιοτήτων του θορύβου και με βάση την ανάλυση που έγινε</a:t>
            </a:r>
          </a:p>
          <a:p>
            <a:pPr lvl="1" eaLnBrk="1" hangingPunct="1">
              <a:lnSpc>
                <a:spcPts val="2600"/>
              </a:lnSpc>
              <a:spcAft>
                <a:spcPts val="400"/>
              </a:spcAft>
              <a:defRPr/>
            </a:pPr>
            <a:r>
              <a:rPr lang="el-GR" dirty="0"/>
              <a:t>το διάνυσμα </a:t>
            </a:r>
            <a:r>
              <a:rPr lang="en-US" b="1" i="1" dirty="0"/>
              <a:t>r</a:t>
            </a:r>
            <a:r>
              <a:rPr lang="en-US" dirty="0"/>
              <a:t> </a:t>
            </a:r>
            <a:r>
              <a:rPr lang="el-GR" dirty="0"/>
              <a:t>μπορεί να αναπαρασταθεί ως ένα          </a:t>
            </a:r>
            <a:r>
              <a:rPr lang="el-GR" dirty="0">
                <a:solidFill>
                  <a:srgbClr val="0033CC"/>
                </a:solidFill>
              </a:rPr>
              <a:t>(υπερ-)σφαιρικό νέφος</a:t>
            </a:r>
            <a:r>
              <a:rPr lang="el-GR" dirty="0"/>
              <a:t> γύρω από το διάνυσμα </a:t>
            </a:r>
            <a:r>
              <a:rPr lang="en-US" b="1" i="1" dirty="0" err="1"/>
              <a:t>s</a:t>
            </a:r>
            <a:r>
              <a:rPr lang="en-US" i="1" baseline="-25000" dirty="0" err="1"/>
              <a:t>m</a:t>
            </a:r>
            <a:endParaRPr lang="en-US" i="1" baseline="-25000" dirty="0"/>
          </a:p>
          <a:p>
            <a:pPr lvl="1" eaLnBrk="1" hangingPunct="1">
              <a:lnSpc>
                <a:spcPts val="2600"/>
              </a:lnSpc>
              <a:spcAft>
                <a:spcPts val="400"/>
              </a:spcAft>
              <a:defRPr/>
            </a:pPr>
            <a:r>
              <a:rPr lang="el-GR" dirty="0"/>
              <a:t>η πυκνότητα του νέφους είναι υψηλότερη στο κέντρο και αποσβενόμενη προς τα έξω</a:t>
            </a:r>
          </a:p>
          <a:p>
            <a:pPr lvl="1" eaLnBrk="1" hangingPunct="1">
              <a:lnSpc>
                <a:spcPts val="2600"/>
              </a:lnSpc>
              <a:spcAft>
                <a:spcPts val="400"/>
              </a:spcAft>
              <a:defRPr/>
            </a:pPr>
            <a:r>
              <a:rPr lang="el-GR" dirty="0"/>
              <a:t>τα σημεία που είναι πιο κοντά στο </a:t>
            </a:r>
            <a:r>
              <a:rPr lang="en-US" b="1" i="1" dirty="0" err="1"/>
              <a:t>s</a:t>
            </a:r>
            <a:r>
              <a:rPr lang="en-US" i="1" baseline="-25000" dirty="0" err="1"/>
              <a:t>m</a:t>
            </a:r>
            <a:r>
              <a:rPr lang="el-GR" dirty="0"/>
              <a:t> είναι πιθανότερα να εμφανιστούν</a:t>
            </a:r>
          </a:p>
          <a:p>
            <a:pPr lvl="1" eaLnBrk="1" hangingPunct="1">
              <a:lnSpc>
                <a:spcPts val="2600"/>
              </a:lnSpc>
              <a:spcAft>
                <a:spcPts val="400"/>
              </a:spcAft>
              <a:defRPr/>
            </a:pPr>
            <a:r>
              <a:rPr lang="el-GR" dirty="0"/>
              <a:t>όσο μικρότερη είναι η διασπορά του θορύβου, </a:t>
            </a:r>
            <a:r>
              <a:rPr lang="en-US" i="1" dirty="0"/>
              <a:t>N</a:t>
            </a:r>
            <a:r>
              <a:rPr lang="en-US" i="1" baseline="-25000" dirty="0"/>
              <a:t>0</a:t>
            </a:r>
            <a:r>
              <a:rPr lang="en-US" i="1" dirty="0"/>
              <a:t>/2</a:t>
            </a:r>
            <a:r>
              <a:rPr lang="en-US" dirty="0"/>
              <a:t>, </a:t>
            </a:r>
            <a:r>
              <a:rPr lang="el-GR" dirty="0"/>
              <a:t>τόσο πιο συμπαγής είναι η σφαίρα</a:t>
            </a:r>
          </a:p>
          <a:p>
            <a:pPr lvl="1" eaLnBrk="1" hangingPunct="1">
              <a:lnSpc>
                <a:spcPts val="2600"/>
              </a:lnSpc>
              <a:spcAft>
                <a:spcPts val="400"/>
              </a:spcAft>
              <a:defRPr/>
            </a:pPr>
            <a:r>
              <a:rPr lang="el-GR" dirty="0"/>
              <a:t>όσο μεγαλύτερη είναι η διασπορά, τόσο πιο απλωμένο είναι το νέφος</a:t>
            </a:r>
            <a:r>
              <a:rPr lang="en-US" dirty="0"/>
              <a:t> </a:t>
            </a:r>
            <a:endParaRPr lang="en-GB" i="1" dirty="0"/>
          </a:p>
        </p:txBody>
      </p:sp>
      <p:graphicFrame>
        <p:nvGraphicFramePr>
          <p:cNvPr id="54277" name="Object 4">
            <a:extLst>
              <a:ext uri="{FF2B5EF4-FFF2-40B4-BE49-F238E27FC236}">
                <a16:creationId xmlns:a16="http://schemas.microsoft.com/office/drawing/2014/main" id="{BE5E7B90-1B9F-4C90-84C5-BAA7E173EAE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708400" y="1341438"/>
          <a:ext cx="1343025" cy="484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634725" imgH="228501" progId="Equation.DSMT4">
                  <p:embed/>
                </p:oleObj>
              </mc:Choice>
              <mc:Fallback>
                <p:oleObj name="Equation" r:id="rId3" imgW="634725" imgH="228501" progId="Equation.DSMT4">
                  <p:embed/>
                  <p:pic>
                    <p:nvPicPr>
                      <p:cNvPr id="54277" name="Object 4">
                        <a:extLst>
                          <a:ext uri="{FF2B5EF4-FFF2-40B4-BE49-F238E27FC236}">
                            <a16:creationId xmlns:a16="http://schemas.microsoft.com/office/drawing/2014/main" id="{BE5E7B90-1B9F-4C90-84C5-BAA7E173EAE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08400" y="1341438"/>
                        <a:ext cx="1343025" cy="484187"/>
                      </a:xfrm>
                      <a:prstGeom prst="rect">
                        <a:avLst/>
                      </a:prstGeom>
                      <a:solidFill>
                        <a:srgbClr val="FFE0A3"/>
                      </a:solidFill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346" name="Rectangle 2">
            <a:extLst>
              <a:ext uri="{FF2B5EF4-FFF2-40B4-BE49-F238E27FC236}">
                <a16:creationId xmlns:a16="http://schemas.microsoft.com/office/drawing/2014/main" id="{D61EBA2A-20F2-46C9-AE01-FE31915A451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/>
              <a:t>Maximum A-Posteriori Probability</a:t>
            </a:r>
            <a:endParaRPr lang="en-GB"/>
          </a:p>
        </p:txBody>
      </p:sp>
      <p:sp>
        <p:nvSpPr>
          <p:cNvPr id="569347" name="Rectangle 3">
            <a:extLst>
              <a:ext uri="{FF2B5EF4-FFF2-40B4-BE49-F238E27FC236}">
                <a16:creationId xmlns:a16="http://schemas.microsoft.com/office/drawing/2014/main" id="{857B4E65-A875-4E7F-AB0E-0C782BE9BD2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27038" y="809625"/>
            <a:ext cx="8305800" cy="5715000"/>
          </a:xfrm>
        </p:spPr>
        <p:txBody>
          <a:bodyPr/>
          <a:lstStyle/>
          <a:p>
            <a:pPr eaLnBrk="1" hangingPunct="1">
              <a:lnSpc>
                <a:spcPts val="3000"/>
              </a:lnSpc>
              <a:spcAft>
                <a:spcPts val="1200"/>
              </a:spcAft>
              <a:defRPr/>
            </a:pPr>
            <a:r>
              <a:rPr lang="el-GR" dirty="0"/>
              <a:t>Ο </a:t>
            </a:r>
            <a:r>
              <a:rPr lang="el-GR" dirty="0">
                <a:solidFill>
                  <a:srgbClr val="0033CC"/>
                </a:solidFill>
              </a:rPr>
              <a:t>βέλτιστος κανόνας απόφασης</a:t>
            </a:r>
            <a:r>
              <a:rPr lang="el-GR" dirty="0"/>
              <a:t> είναι να επιλέξουμε το σύμβολο </a:t>
            </a:r>
            <a:r>
              <a:rPr lang="en-US" i="1" dirty="0" err="1"/>
              <a:t>s</a:t>
            </a:r>
            <a:r>
              <a:rPr lang="en-US" i="1" baseline="-25000" dirty="0" err="1"/>
              <a:t>m</a:t>
            </a:r>
            <a:r>
              <a:rPr lang="en-US" dirty="0"/>
              <a:t> </a:t>
            </a:r>
            <a:r>
              <a:rPr lang="el-GR" dirty="0"/>
              <a:t>με τη μεγαλύτερη πιθανότητα να οφείλεται σε αυτό η παρατήρηση </a:t>
            </a:r>
            <a:r>
              <a:rPr lang="en-US" b="1" i="1" dirty="0"/>
              <a:t>r</a:t>
            </a:r>
            <a:r>
              <a:rPr lang="el-GR" b="1" i="1" dirty="0"/>
              <a:t>,  </a:t>
            </a:r>
            <a:r>
              <a:rPr lang="el-GR" dirty="0"/>
              <a:t>δηλαδή,</a:t>
            </a:r>
          </a:p>
          <a:p>
            <a:pPr lvl="1" eaLnBrk="1" hangingPunct="1">
              <a:lnSpc>
                <a:spcPct val="130000"/>
              </a:lnSpc>
              <a:spcAft>
                <a:spcPts val="600"/>
              </a:spcAft>
              <a:defRPr/>
            </a:pPr>
            <a:r>
              <a:rPr lang="el-GR" dirty="0"/>
              <a:t>υπολογίζουμε την εκ των υστέρων (</a:t>
            </a:r>
            <a:r>
              <a:rPr lang="en-US" dirty="0"/>
              <a:t>a-posteriori</a:t>
            </a:r>
            <a:r>
              <a:rPr lang="el-GR" dirty="0"/>
              <a:t>)</a:t>
            </a:r>
            <a:r>
              <a:rPr lang="en-US" dirty="0"/>
              <a:t> </a:t>
            </a:r>
            <a:r>
              <a:rPr lang="el-GR" dirty="0"/>
              <a:t>πιθανότητα να στάλθηκε κάθε ένα από τα σύμβολα </a:t>
            </a:r>
            <a:r>
              <a:rPr lang="en-US" i="1" dirty="0" err="1"/>
              <a:t>s</a:t>
            </a:r>
            <a:r>
              <a:rPr lang="en-US" i="1" baseline="-25000" dirty="0" err="1"/>
              <a:t>m</a:t>
            </a:r>
            <a:r>
              <a:rPr lang="el-GR" i="1" baseline="-25000" dirty="0"/>
              <a:t>   </a:t>
            </a:r>
            <a:r>
              <a:rPr lang="el-GR" dirty="0"/>
              <a:t>δεδομένου ότι έχουμε λάβει το </a:t>
            </a:r>
            <a:r>
              <a:rPr lang="en-US" b="1" i="1" dirty="0"/>
              <a:t>r</a:t>
            </a:r>
            <a:endParaRPr lang="el-GR" dirty="0"/>
          </a:p>
          <a:p>
            <a:pPr lvl="1" eaLnBrk="1" hangingPunct="1">
              <a:spcAft>
                <a:spcPts val="1200"/>
              </a:spcAft>
              <a:defRPr/>
            </a:pPr>
            <a:r>
              <a:rPr lang="el-GR" dirty="0"/>
              <a:t>και επιλέγουμε εκείνο που μεγιστοποιεί αυτήν την πιθανότητα, δηλαδή το κριτήριο μας είναι:</a:t>
            </a:r>
          </a:p>
          <a:p>
            <a:pPr eaLnBrk="1" hangingPunct="1">
              <a:defRPr/>
            </a:pPr>
            <a:endParaRPr lang="el-GR" dirty="0"/>
          </a:p>
          <a:p>
            <a:pPr eaLnBrk="1" hangingPunct="1">
              <a:buFont typeface="Wingdings" panose="05000000000000000000" pitchFamily="2" charset="2"/>
              <a:buNone/>
              <a:defRPr/>
            </a:pPr>
            <a:endParaRPr lang="el-GR" dirty="0"/>
          </a:p>
          <a:p>
            <a:pPr eaLnBrk="1" hangingPunct="1">
              <a:spcBef>
                <a:spcPts val="1200"/>
              </a:spcBef>
              <a:spcAft>
                <a:spcPts val="600"/>
              </a:spcAft>
              <a:defRPr/>
            </a:pPr>
            <a:r>
              <a:rPr lang="el-GR" dirty="0"/>
              <a:t>Το κριτήριο αυτό λέγεται </a:t>
            </a:r>
            <a:endParaRPr lang="en-US" dirty="0"/>
          </a:p>
          <a:p>
            <a:pPr lvl="1" eaLnBrk="1" hangingPunct="1">
              <a:defRPr/>
            </a:pPr>
            <a:r>
              <a:rPr lang="el-GR" dirty="0">
                <a:solidFill>
                  <a:srgbClr val="0033CC"/>
                </a:solidFill>
              </a:rPr>
              <a:t>κριτήριο Μέγιστης εκ των Υστέρων Πιθανότητας</a:t>
            </a:r>
            <a:endParaRPr lang="en-US" dirty="0">
              <a:solidFill>
                <a:srgbClr val="0033CC"/>
              </a:solidFill>
            </a:endParaRPr>
          </a:p>
          <a:p>
            <a:pPr lvl="1" eaLnBrk="1" hangingPunct="1">
              <a:buFontTx/>
              <a:buNone/>
              <a:defRPr/>
            </a:pPr>
            <a:r>
              <a:rPr lang="el-GR" dirty="0">
                <a:solidFill>
                  <a:srgbClr val="0033CC"/>
                </a:solidFill>
              </a:rPr>
              <a:t>   (</a:t>
            </a:r>
            <a:r>
              <a:rPr lang="en-US" dirty="0">
                <a:solidFill>
                  <a:srgbClr val="0033CC"/>
                </a:solidFill>
              </a:rPr>
              <a:t>Maximum </a:t>
            </a:r>
            <a:r>
              <a:rPr lang="el-GR" dirty="0">
                <a:solidFill>
                  <a:srgbClr val="0033CC"/>
                </a:solidFill>
              </a:rPr>
              <a:t>Α</a:t>
            </a:r>
            <a:r>
              <a:rPr lang="en-US" dirty="0">
                <a:solidFill>
                  <a:srgbClr val="0033CC"/>
                </a:solidFill>
              </a:rPr>
              <a:t>-posteriori Probability - MAP)</a:t>
            </a:r>
            <a:endParaRPr lang="en-GB" dirty="0">
              <a:solidFill>
                <a:srgbClr val="0033CC"/>
              </a:solidFill>
            </a:endParaRPr>
          </a:p>
        </p:txBody>
      </p:sp>
      <p:graphicFrame>
        <p:nvGraphicFramePr>
          <p:cNvPr id="58373" name="Object 4">
            <a:extLst>
              <a:ext uri="{FF2B5EF4-FFF2-40B4-BE49-F238E27FC236}">
                <a16:creationId xmlns:a16="http://schemas.microsoft.com/office/drawing/2014/main" id="{CC23760B-2716-49E9-A574-41B7CD0A54A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635375" y="4292600"/>
          <a:ext cx="1744663" cy="673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825142" imgH="317362" progId="Equation.DSMT4">
                  <p:embed/>
                </p:oleObj>
              </mc:Choice>
              <mc:Fallback>
                <p:oleObj name="Equation" r:id="rId3" imgW="825142" imgH="317362" progId="Equation.DSMT4">
                  <p:embed/>
                  <p:pic>
                    <p:nvPicPr>
                      <p:cNvPr id="58373" name="Object 4">
                        <a:extLst>
                          <a:ext uri="{FF2B5EF4-FFF2-40B4-BE49-F238E27FC236}">
                            <a16:creationId xmlns:a16="http://schemas.microsoft.com/office/drawing/2014/main" id="{CC23760B-2716-49E9-A574-41B7CD0A54A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35375" y="4292600"/>
                        <a:ext cx="1744663" cy="673100"/>
                      </a:xfrm>
                      <a:prstGeom prst="rect">
                        <a:avLst/>
                      </a:prstGeom>
                      <a:solidFill>
                        <a:srgbClr val="FFE0A3"/>
                      </a:solidFill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370" name="Rectangle 2">
            <a:extLst>
              <a:ext uri="{FF2B5EF4-FFF2-40B4-BE49-F238E27FC236}">
                <a16:creationId xmlns:a16="http://schemas.microsoft.com/office/drawing/2014/main" id="{39F1B775-B693-4968-8CA5-3B009D7D9E0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l-GR"/>
              <a:t>Κριτήριο </a:t>
            </a:r>
            <a:r>
              <a:rPr lang="en-US"/>
              <a:t>MAP</a:t>
            </a:r>
            <a:endParaRPr lang="en-GB"/>
          </a:p>
        </p:txBody>
      </p:sp>
      <p:sp>
        <p:nvSpPr>
          <p:cNvPr id="570371" name="Rectangle 3">
            <a:extLst>
              <a:ext uri="{FF2B5EF4-FFF2-40B4-BE49-F238E27FC236}">
                <a16:creationId xmlns:a16="http://schemas.microsoft.com/office/drawing/2014/main" id="{57DA8C0D-3F90-4902-A5FC-2CEAA44D0CC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27038" y="1098550"/>
            <a:ext cx="8716962" cy="5066754"/>
          </a:xfrm>
        </p:spPr>
        <p:txBody>
          <a:bodyPr/>
          <a:lstStyle/>
          <a:p>
            <a:pPr eaLnBrk="1" hangingPunct="1">
              <a:spcAft>
                <a:spcPts val="600"/>
              </a:spcAft>
              <a:defRPr/>
            </a:pPr>
            <a:r>
              <a:rPr lang="el-GR" dirty="0"/>
              <a:t>Το κριτήριο </a:t>
            </a:r>
            <a:r>
              <a:rPr lang="en-US" dirty="0"/>
              <a:t>MAP</a:t>
            </a:r>
            <a:endParaRPr lang="el-GR" dirty="0"/>
          </a:p>
          <a:p>
            <a:pPr lvl="1" eaLnBrk="1" hangingPunct="1">
              <a:spcAft>
                <a:spcPts val="600"/>
              </a:spcAft>
              <a:defRPr/>
            </a:pPr>
            <a:r>
              <a:rPr lang="el-GR" dirty="0"/>
              <a:t>μεγιστοποιεί την πιθανότητα σωστής απόφασης</a:t>
            </a:r>
          </a:p>
          <a:p>
            <a:pPr lvl="1" eaLnBrk="1" hangingPunct="1">
              <a:spcAft>
                <a:spcPts val="600"/>
              </a:spcAft>
              <a:defRPr/>
            </a:pPr>
            <a:r>
              <a:rPr lang="el-GR" dirty="0"/>
              <a:t>άρα, ελαχιστοποιεί την πιθανότητα σφάλματος</a:t>
            </a:r>
          </a:p>
          <a:p>
            <a:pPr eaLnBrk="1" hangingPunct="1">
              <a:spcAft>
                <a:spcPts val="600"/>
              </a:spcAft>
              <a:defRPr/>
            </a:pPr>
            <a:endParaRPr lang="el-GR" dirty="0"/>
          </a:p>
          <a:p>
            <a:pPr eaLnBrk="1" hangingPunct="1">
              <a:spcAft>
                <a:spcPts val="600"/>
              </a:spcAft>
              <a:defRPr/>
            </a:pPr>
            <a:r>
              <a:rPr lang="el-GR" dirty="0"/>
              <a:t>Αν ο δέκτης δεν είχε καν την παρατήρηση </a:t>
            </a:r>
            <a:r>
              <a:rPr lang="en-US" b="1" i="1" dirty="0"/>
              <a:t>r</a:t>
            </a:r>
            <a:r>
              <a:rPr lang="el-GR" dirty="0"/>
              <a:t> </a:t>
            </a:r>
          </a:p>
          <a:p>
            <a:pPr lvl="1" eaLnBrk="1" hangingPunct="1">
              <a:lnSpc>
                <a:spcPct val="130000"/>
              </a:lnSpc>
              <a:spcAft>
                <a:spcPts val="600"/>
              </a:spcAft>
              <a:defRPr/>
            </a:pPr>
            <a:r>
              <a:rPr lang="el-GR" dirty="0"/>
              <a:t>τότε θα διάλεγε ένα σύμβολο με βάση τις </a:t>
            </a:r>
            <a:r>
              <a:rPr lang="el-GR" dirty="0">
                <a:solidFill>
                  <a:srgbClr val="0033CC"/>
                </a:solidFill>
              </a:rPr>
              <a:t>εκ των προτέρων πιθανότητες εμφάνισης </a:t>
            </a:r>
            <a:r>
              <a:rPr lang="en-US" i="1" dirty="0">
                <a:solidFill>
                  <a:srgbClr val="0033CC"/>
                </a:solidFill>
              </a:rPr>
              <a:t>P(</a:t>
            </a:r>
            <a:r>
              <a:rPr lang="en-US" i="1" dirty="0" err="1">
                <a:solidFill>
                  <a:srgbClr val="0033CC"/>
                </a:solidFill>
              </a:rPr>
              <a:t>s</a:t>
            </a:r>
            <a:r>
              <a:rPr lang="en-US" i="1" baseline="-25000" dirty="0" err="1">
                <a:solidFill>
                  <a:srgbClr val="0033CC"/>
                </a:solidFill>
              </a:rPr>
              <a:t>m</a:t>
            </a:r>
            <a:r>
              <a:rPr lang="en-US" i="1" dirty="0">
                <a:solidFill>
                  <a:srgbClr val="0033CC"/>
                </a:solidFill>
              </a:rPr>
              <a:t>)</a:t>
            </a:r>
          </a:p>
          <a:p>
            <a:pPr lvl="1" eaLnBrk="1" hangingPunct="1">
              <a:spcAft>
                <a:spcPts val="600"/>
              </a:spcAft>
              <a:defRPr/>
            </a:pPr>
            <a:r>
              <a:rPr lang="el-GR" dirty="0"/>
              <a:t>δηλαδή απλά θα διάλεγε το πιθανότερο σύμβολο</a:t>
            </a:r>
            <a:endParaRPr lang="en-US" dirty="0"/>
          </a:p>
          <a:p>
            <a:pPr lvl="1" eaLnBrk="1" hangingPunct="1">
              <a:spcAft>
                <a:spcPts val="600"/>
              </a:spcAft>
              <a:defRPr/>
            </a:pPr>
            <a:endParaRPr lang="en-US" dirty="0"/>
          </a:p>
          <a:p>
            <a:pPr eaLnBrk="1" hangingPunct="1">
              <a:spcAft>
                <a:spcPts val="600"/>
              </a:spcAft>
              <a:defRPr/>
            </a:pPr>
            <a:r>
              <a:rPr lang="el-GR" dirty="0"/>
              <a:t> Δεδομένου όμως ότι ο δέκτης έχει την παρατήρηση </a:t>
            </a:r>
            <a:r>
              <a:rPr lang="en-US" b="1" i="1" dirty="0"/>
              <a:t>r</a:t>
            </a:r>
            <a:r>
              <a:rPr lang="el-GR" dirty="0"/>
              <a:t> </a:t>
            </a:r>
          </a:p>
          <a:p>
            <a:pPr marL="400050" lvl="1" indent="0" eaLnBrk="1" hangingPunct="1">
              <a:spcAft>
                <a:spcPts val="600"/>
              </a:spcAft>
              <a:buNone/>
              <a:defRPr/>
            </a:pPr>
            <a:r>
              <a:rPr lang="en-US" dirty="0"/>
              <a:t>- </a:t>
            </a:r>
            <a:r>
              <a:rPr lang="el-GR" dirty="0"/>
              <a:t>τότε θα επιλέξει το σύμβολο </a:t>
            </a:r>
            <a:r>
              <a:rPr lang="en-US" i="1" dirty="0" err="1"/>
              <a:t>s</a:t>
            </a:r>
            <a:r>
              <a:rPr lang="en-US" i="1" baseline="-25000" dirty="0" err="1"/>
              <a:t>m</a:t>
            </a:r>
            <a:r>
              <a:rPr lang="el-GR" i="1" baseline="-25000" dirty="0"/>
              <a:t>  </a:t>
            </a:r>
            <a:r>
              <a:rPr lang="el-GR" i="1" dirty="0"/>
              <a:t>που μεγιστοποιεί την </a:t>
            </a:r>
            <a:r>
              <a:rPr lang="en-US" i="1" dirty="0">
                <a:solidFill>
                  <a:srgbClr val="0033CC"/>
                </a:solidFill>
              </a:rPr>
              <a:t>P(</a:t>
            </a:r>
            <a:r>
              <a:rPr lang="en-US" i="1" dirty="0" err="1">
                <a:solidFill>
                  <a:srgbClr val="0033CC"/>
                </a:solidFill>
              </a:rPr>
              <a:t>s</a:t>
            </a:r>
            <a:r>
              <a:rPr lang="en-US" i="1" baseline="-25000" dirty="0" err="1">
                <a:solidFill>
                  <a:srgbClr val="0033CC"/>
                </a:solidFill>
              </a:rPr>
              <a:t>m</a:t>
            </a:r>
            <a:r>
              <a:rPr lang="el-GR" i="1" dirty="0">
                <a:solidFill>
                  <a:srgbClr val="0033CC"/>
                </a:solidFill>
              </a:rPr>
              <a:t>/</a:t>
            </a:r>
            <a:r>
              <a:rPr lang="en-US" b="1" i="1" dirty="0">
                <a:solidFill>
                  <a:srgbClr val="0033CC"/>
                </a:solidFill>
              </a:rPr>
              <a:t>r</a:t>
            </a:r>
            <a:r>
              <a:rPr lang="en-US" i="1" dirty="0">
                <a:solidFill>
                  <a:srgbClr val="0033CC"/>
                </a:solidFill>
              </a:rPr>
              <a:t>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03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03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037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037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394" name="Rectangle 2">
            <a:extLst>
              <a:ext uri="{FF2B5EF4-FFF2-40B4-BE49-F238E27FC236}">
                <a16:creationId xmlns:a16="http://schemas.microsoft.com/office/drawing/2014/main" id="{2B51A680-47CD-4CFE-ACB2-2B48F7D6937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l-GR" dirty="0"/>
              <a:t>Απλοποίηση (</a:t>
            </a:r>
            <a:r>
              <a:rPr lang="en-US" dirty="0"/>
              <a:t>MAP</a:t>
            </a:r>
            <a:r>
              <a:rPr lang="el-GR" dirty="0"/>
              <a:t> </a:t>
            </a:r>
            <a:r>
              <a:rPr lang="el-GR" dirty="0">
                <a:sym typeface="Wingdings" pitchFamily="2" charset="2"/>
              </a:rPr>
              <a:t> </a:t>
            </a:r>
            <a:r>
              <a:rPr lang="en-US" dirty="0">
                <a:sym typeface="Wingdings" pitchFamily="2" charset="2"/>
              </a:rPr>
              <a:t>ML</a:t>
            </a:r>
            <a:r>
              <a:rPr lang="el-GR" dirty="0">
                <a:sym typeface="Wingdings" pitchFamily="2" charset="2"/>
              </a:rPr>
              <a:t> ) (1/2)</a:t>
            </a:r>
            <a:endParaRPr lang="en-GB" dirty="0"/>
          </a:p>
        </p:txBody>
      </p:sp>
      <p:sp>
        <p:nvSpPr>
          <p:cNvPr id="571395" name="Rectangle 3">
            <a:extLst>
              <a:ext uri="{FF2B5EF4-FFF2-40B4-BE49-F238E27FC236}">
                <a16:creationId xmlns:a16="http://schemas.microsoft.com/office/drawing/2014/main" id="{0232C956-F5AD-4EAE-B933-9A45DC6E5DB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58813" y="1052513"/>
            <a:ext cx="8305800" cy="5715000"/>
          </a:xfrm>
        </p:spPr>
        <p:txBody>
          <a:bodyPr/>
          <a:lstStyle/>
          <a:p>
            <a:pPr eaLnBrk="1" hangingPunct="1">
              <a:defRPr/>
            </a:pPr>
            <a:r>
              <a:rPr lang="el-GR" dirty="0"/>
              <a:t>Κανόνας </a:t>
            </a:r>
            <a:r>
              <a:rPr lang="en-US" dirty="0" err="1"/>
              <a:t>Bayes</a:t>
            </a:r>
            <a:endParaRPr lang="en-US" dirty="0"/>
          </a:p>
          <a:p>
            <a:pPr eaLnBrk="1" hangingPunct="1">
              <a:defRPr/>
            </a:pPr>
            <a:endParaRPr lang="en-US" dirty="0"/>
          </a:p>
          <a:p>
            <a:pPr eaLnBrk="1" hangingPunct="1">
              <a:defRPr/>
            </a:pPr>
            <a:endParaRPr lang="en-US" dirty="0"/>
          </a:p>
          <a:p>
            <a:pPr eaLnBrk="1" hangingPunct="1">
              <a:defRPr/>
            </a:pPr>
            <a:endParaRPr lang="en-US" dirty="0"/>
          </a:p>
          <a:p>
            <a:pPr eaLnBrk="1" hangingPunct="1">
              <a:defRPr/>
            </a:pPr>
            <a:endParaRPr lang="en-US" i="1" dirty="0"/>
          </a:p>
          <a:p>
            <a:pPr eaLnBrk="1" hangingPunct="1">
              <a:defRPr/>
            </a:pPr>
            <a:r>
              <a:rPr lang="en-US" i="1" dirty="0"/>
              <a:t>f(</a:t>
            </a:r>
            <a:r>
              <a:rPr lang="en-US" b="1" i="1" dirty="0" err="1"/>
              <a:t>r</a:t>
            </a:r>
            <a:r>
              <a:rPr lang="en-US" i="1" dirty="0" err="1"/>
              <a:t>|</a:t>
            </a:r>
            <a:r>
              <a:rPr lang="en-US" b="1" i="1" dirty="0" err="1"/>
              <a:t>s</a:t>
            </a:r>
            <a:r>
              <a:rPr lang="en-US" i="1" baseline="-25000" dirty="0" err="1"/>
              <a:t>m</a:t>
            </a:r>
            <a:r>
              <a:rPr lang="en-US" i="1" dirty="0"/>
              <a:t>)</a:t>
            </a:r>
            <a:r>
              <a:rPr lang="en-US" dirty="0"/>
              <a:t>: </a:t>
            </a:r>
            <a:r>
              <a:rPr lang="el-GR" dirty="0"/>
              <a:t>η πιθανότητα να λάβω </a:t>
            </a:r>
            <a:r>
              <a:rPr lang="en-US" b="1" i="1" dirty="0"/>
              <a:t>r</a:t>
            </a:r>
            <a:r>
              <a:rPr lang="el-GR" dirty="0"/>
              <a:t>, αν στάλθηκε το </a:t>
            </a:r>
            <a:r>
              <a:rPr lang="en-US" b="1" i="1" dirty="0" err="1"/>
              <a:t>s</a:t>
            </a:r>
            <a:r>
              <a:rPr lang="en-US" b="1" i="1" baseline="-25000" dirty="0" err="1"/>
              <a:t>m</a:t>
            </a:r>
            <a:endParaRPr lang="el-GR" b="1" i="1" dirty="0"/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l-GR" i="1" dirty="0"/>
              <a:t>               (</a:t>
            </a:r>
            <a:r>
              <a:rPr lang="el-GR" i="1" dirty="0">
                <a:solidFill>
                  <a:srgbClr val="0033CC"/>
                </a:solidFill>
              </a:rPr>
              <a:t>πιθανοφάνεια</a:t>
            </a:r>
            <a:r>
              <a:rPr lang="el-GR" i="1" dirty="0"/>
              <a:t> του </a:t>
            </a:r>
            <a:r>
              <a:rPr lang="en-US" b="1" i="1" dirty="0" err="1"/>
              <a:t>s</a:t>
            </a:r>
            <a:r>
              <a:rPr lang="en-US" b="1" i="1" baseline="-25000" dirty="0" err="1"/>
              <a:t>m</a:t>
            </a:r>
            <a:r>
              <a:rPr lang="el-GR" b="1" i="1" baseline="-25000" dirty="0"/>
              <a:t>  </a:t>
            </a:r>
            <a:r>
              <a:rPr lang="el-GR" i="1" dirty="0"/>
              <a:t>δοθέντος του </a:t>
            </a:r>
            <a:r>
              <a:rPr lang="en-US" b="1" i="1" dirty="0"/>
              <a:t>r</a:t>
            </a:r>
            <a:r>
              <a:rPr lang="el-GR" i="1" dirty="0"/>
              <a:t>)</a:t>
            </a:r>
            <a:endParaRPr lang="en-US" i="1" dirty="0"/>
          </a:p>
          <a:p>
            <a:pPr eaLnBrk="1" hangingPunct="1">
              <a:defRPr/>
            </a:pPr>
            <a:endParaRPr lang="el-GR" i="1" dirty="0"/>
          </a:p>
          <a:p>
            <a:pPr eaLnBrk="1" hangingPunct="1">
              <a:defRPr/>
            </a:pPr>
            <a:r>
              <a:rPr lang="en-US" i="1" dirty="0"/>
              <a:t>P(</a:t>
            </a:r>
            <a:r>
              <a:rPr lang="en-US" b="1" i="1" dirty="0" err="1"/>
              <a:t>s</a:t>
            </a:r>
            <a:r>
              <a:rPr lang="en-US" i="1" baseline="-25000" dirty="0" err="1"/>
              <a:t>m</a:t>
            </a:r>
            <a:r>
              <a:rPr lang="en-US" i="1" dirty="0"/>
              <a:t>)</a:t>
            </a:r>
            <a:r>
              <a:rPr lang="en-US" dirty="0"/>
              <a:t>: </a:t>
            </a:r>
            <a:r>
              <a:rPr lang="el-GR" dirty="0"/>
              <a:t>η </a:t>
            </a:r>
            <a:r>
              <a:rPr lang="en-US" dirty="0"/>
              <a:t>a-priori </a:t>
            </a:r>
            <a:r>
              <a:rPr lang="el-GR" dirty="0"/>
              <a:t>πιθανότητα εμφάνισης του συμβόλου</a:t>
            </a:r>
          </a:p>
          <a:p>
            <a:pPr eaLnBrk="1" hangingPunct="1">
              <a:defRPr/>
            </a:pPr>
            <a:endParaRPr lang="en-US" i="1" dirty="0"/>
          </a:p>
          <a:p>
            <a:pPr eaLnBrk="1" hangingPunct="1">
              <a:defRPr/>
            </a:pPr>
            <a:r>
              <a:rPr lang="en-US" i="1" dirty="0"/>
              <a:t>f(</a:t>
            </a:r>
            <a:r>
              <a:rPr lang="en-US" b="1" i="1" dirty="0"/>
              <a:t>r</a:t>
            </a:r>
            <a:r>
              <a:rPr lang="en-US" i="1" dirty="0"/>
              <a:t>)</a:t>
            </a:r>
            <a:r>
              <a:rPr lang="el-GR" dirty="0"/>
              <a:t>: η πιθανότητα να λάβω το συγκεκριμένο διάνυσμα</a:t>
            </a:r>
          </a:p>
          <a:p>
            <a:pPr lvl="1" eaLnBrk="1" hangingPunct="1">
              <a:buFontTx/>
              <a:buNone/>
              <a:defRPr/>
            </a:pPr>
            <a:r>
              <a:rPr lang="el-GR" dirty="0"/>
              <a:t>      (είναι ανεξάρτητη του συμβόλου)</a:t>
            </a:r>
            <a:endParaRPr lang="en-US" dirty="0"/>
          </a:p>
          <a:p>
            <a:pPr lvl="1" eaLnBrk="1" hangingPunct="1">
              <a:buFontTx/>
              <a:buNone/>
              <a:defRPr/>
            </a:pPr>
            <a:endParaRPr lang="en-US" dirty="0"/>
          </a:p>
          <a:p>
            <a:pPr eaLnBrk="1" hangingPunct="1">
              <a:defRPr/>
            </a:pPr>
            <a:endParaRPr lang="en-GB" dirty="0"/>
          </a:p>
        </p:txBody>
      </p:sp>
      <p:graphicFrame>
        <p:nvGraphicFramePr>
          <p:cNvPr id="62469" name="Object 4">
            <a:extLst>
              <a:ext uri="{FF2B5EF4-FFF2-40B4-BE49-F238E27FC236}">
                <a16:creationId xmlns:a16="http://schemas.microsoft.com/office/drawing/2014/main" id="{FB8A7484-B42D-4D3C-905C-5F0FDDF2ACA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92425" y="1557338"/>
          <a:ext cx="3408363" cy="1050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612900" imgH="495300" progId="Equation.DSMT4">
                  <p:embed/>
                </p:oleObj>
              </mc:Choice>
              <mc:Fallback>
                <p:oleObj name="Equation" r:id="rId3" imgW="1612900" imgH="495300" progId="Equation.DSMT4">
                  <p:embed/>
                  <p:pic>
                    <p:nvPicPr>
                      <p:cNvPr id="62469" name="Object 4">
                        <a:extLst>
                          <a:ext uri="{FF2B5EF4-FFF2-40B4-BE49-F238E27FC236}">
                            <a16:creationId xmlns:a16="http://schemas.microsoft.com/office/drawing/2014/main" id="{FB8A7484-B42D-4D3C-905C-5F0FDDF2ACA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2425" y="1557338"/>
                        <a:ext cx="3408363" cy="1050925"/>
                      </a:xfrm>
                      <a:prstGeom prst="rect">
                        <a:avLst/>
                      </a:prstGeom>
                      <a:solidFill>
                        <a:srgbClr val="FFE0A3"/>
                      </a:solidFill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538" name="Rectangle 2">
            <a:extLst>
              <a:ext uri="{FF2B5EF4-FFF2-40B4-BE49-F238E27FC236}">
                <a16:creationId xmlns:a16="http://schemas.microsoft.com/office/drawing/2014/main" id="{1BEDD29E-19A7-4D6A-B260-799318C771B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l-GR" dirty="0"/>
              <a:t>Απλοποίηση </a:t>
            </a:r>
            <a:r>
              <a:rPr lang="en-US" dirty="0"/>
              <a:t>(MAP</a:t>
            </a:r>
            <a:r>
              <a:rPr lang="el-GR" dirty="0"/>
              <a:t> </a:t>
            </a:r>
            <a:r>
              <a:rPr lang="el-GR" dirty="0">
                <a:sym typeface="Wingdings" pitchFamily="2" charset="2"/>
              </a:rPr>
              <a:t> </a:t>
            </a:r>
            <a:r>
              <a:rPr lang="en-US" dirty="0">
                <a:sym typeface="Wingdings" pitchFamily="2" charset="2"/>
              </a:rPr>
              <a:t>ML)</a:t>
            </a:r>
            <a:r>
              <a:rPr lang="el-GR" dirty="0">
                <a:sym typeface="Wingdings" pitchFamily="2" charset="2"/>
              </a:rPr>
              <a:t> (2/2)</a:t>
            </a:r>
            <a:endParaRPr lang="en-GB" dirty="0"/>
          </a:p>
        </p:txBody>
      </p:sp>
      <p:sp>
        <p:nvSpPr>
          <p:cNvPr id="577539" name="Rectangle 3">
            <a:extLst>
              <a:ext uri="{FF2B5EF4-FFF2-40B4-BE49-F238E27FC236}">
                <a16:creationId xmlns:a16="http://schemas.microsoft.com/office/drawing/2014/main" id="{A69AF732-6AB6-491D-8722-7095DB1C4F0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27038" y="809625"/>
            <a:ext cx="8305800" cy="5715000"/>
          </a:xfrm>
        </p:spPr>
        <p:txBody>
          <a:bodyPr/>
          <a:lstStyle/>
          <a:p>
            <a:pPr eaLnBrk="1" hangingPunct="1">
              <a:spcAft>
                <a:spcPts val="400"/>
              </a:spcAft>
              <a:defRPr/>
            </a:pPr>
            <a:r>
              <a:rPr lang="el-GR" dirty="0">
                <a:solidFill>
                  <a:srgbClr val="0033CC"/>
                </a:solidFill>
              </a:rPr>
              <a:t>Απλοποίηση: </a:t>
            </a:r>
            <a:endParaRPr lang="en-US" dirty="0">
              <a:solidFill>
                <a:srgbClr val="0033CC"/>
              </a:solidFill>
            </a:endParaRPr>
          </a:p>
          <a:p>
            <a:pPr lvl="1" eaLnBrk="1" hangingPunct="1">
              <a:spcAft>
                <a:spcPts val="400"/>
              </a:spcAft>
              <a:defRPr/>
            </a:pPr>
            <a:r>
              <a:rPr lang="el-GR" dirty="0"/>
              <a:t>αν τα σύμβολα είναι ισοπίθανα, </a:t>
            </a:r>
            <a:endParaRPr lang="en-US" dirty="0"/>
          </a:p>
          <a:p>
            <a:pPr lvl="1" eaLnBrk="1" hangingPunct="1">
              <a:spcAft>
                <a:spcPts val="400"/>
              </a:spcAft>
              <a:defRPr/>
            </a:pPr>
            <a:r>
              <a:rPr lang="el-GR" dirty="0"/>
              <a:t>τότε</a:t>
            </a:r>
            <a:r>
              <a:rPr lang="en-US" dirty="0"/>
              <a:t> </a:t>
            </a:r>
            <a:r>
              <a:rPr lang="en-US" i="1" dirty="0"/>
              <a:t>P(</a:t>
            </a:r>
            <a:r>
              <a:rPr lang="en-US" b="1" i="1" dirty="0" err="1"/>
              <a:t>s</a:t>
            </a:r>
            <a:r>
              <a:rPr lang="en-US" i="1" baseline="-25000" dirty="0" err="1"/>
              <a:t>m</a:t>
            </a:r>
            <a:r>
              <a:rPr lang="en-US" i="1" dirty="0"/>
              <a:t>)=1/M</a:t>
            </a:r>
          </a:p>
          <a:p>
            <a:pPr lvl="1" eaLnBrk="1" hangingPunct="1">
              <a:spcAft>
                <a:spcPts val="400"/>
              </a:spcAft>
              <a:defRPr/>
            </a:pPr>
            <a:r>
              <a:rPr lang="el-GR" dirty="0"/>
              <a:t>δηλαδή το </a:t>
            </a:r>
            <a:r>
              <a:rPr lang="en-US" i="1" dirty="0"/>
              <a:t>P(</a:t>
            </a:r>
            <a:r>
              <a:rPr lang="en-US" b="1" i="1" dirty="0" err="1"/>
              <a:t>s</a:t>
            </a:r>
            <a:r>
              <a:rPr lang="en-US" i="1" baseline="-25000" dirty="0" err="1"/>
              <a:t>m</a:t>
            </a:r>
            <a:r>
              <a:rPr lang="en-US" i="1" dirty="0"/>
              <a:t>)</a:t>
            </a:r>
            <a:r>
              <a:rPr lang="el-GR" i="1" dirty="0"/>
              <a:t> </a:t>
            </a:r>
            <a:r>
              <a:rPr lang="el-GR" dirty="0"/>
              <a:t>γίνεται σταθερά ανεξάρτητη του συμβόλου</a:t>
            </a:r>
            <a:endParaRPr lang="en-US" dirty="0"/>
          </a:p>
          <a:p>
            <a:pPr eaLnBrk="1" hangingPunct="1">
              <a:defRPr/>
            </a:pPr>
            <a:endParaRPr lang="el-GR" dirty="0">
              <a:solidFill>
                <a:srgbClr val="0033CC"/>
              </a:solidFill>
            </a:endParaRPr>
          </a:p>
          <a:p>
            <a:pPr eaLnBrk="1" hangingPunct="1">
              <a:defRPr/>
            </a:pPr>
            <a:r>
              <a:rPr lang="el-GR" dirty="0"/>
              <a:t>Η μεγιστοποίηση του </a:t>
            </a:r>
            <a:r>
              <a:rPr lang="en-US" i="1" dirty="0"/>
              <a:t>P(</a:t>
            </a:r>
            <a:r>
              <a:rPr lang="en-US" b="1" i="1" dirty="0" err="1"/>
              <a:t>s</a:t>
            </a:r>
            <a:r>
              <a:rPr lang="en-US" i="1" baseline="-25000" dirty="0" err="1"/>
              <a:t>m</a:t>
            </a:r>
            <a:r>
              <a:rPr lang="en-US" i="1" dirty="0"/>
              <a:t>| </a:t>
            </a:r>
            <a:r>
              <a:rPr lang="en-US" b="1" i="1" dirty="0"/>
              <a:t>r</a:t>
            </a:r>
            <a:r>
              <a:rPr lang="en-US" i="1" dirty="0"/>
              <a:t>) </a:t>
            </a:r>
            <a:r>
              <a:rPr lang="el-GR" dirty="0"/>
              <a:t>αντιστοιχεί σε μεγιστοποίηση του </a:t>
            </a:r>
            <a:r>
              <a:rPr lang="en-US" i="1" dirty="0"/>
              <a:t>f(</a:t>
            </a:r>
            <a:r>
              <a:rPr lang="en-US" b="1" i="1" dirty="0" err="1"/>
              <a:t>r</a:t>
            </a:r>
            <a:r>
              <a:rPr lang="en-US" i="1" dirty="0" err="1"/>
              <a:t>|</a:t>
            </a:r>
            <a:r>
              <a:rPr lang="en-US" b="1" i="1" dirty="0" err="1"/>
              <a:t>s</a:t>
            </a:r>
            <a:r>
              <a:rPr lang="en-US" i="1" baseline="-25000" dirty="0" err="1"/>
              <a:t>m</a:t>
            </a:r>
            <a:r>
              <a:rPr lang="en-US" i="1" dirty="0"/>
              <a:t>)</a:t>
            </a:r>
            <a:endParaRPr lang="el-GR" i="1" dirty="0"/>
          </a:p>
          <a:p>
            <a:pPr eaLnBrk="1" hangingPunct="1">
              <a:defRPr/>
            </a:pPr>
            <a:endParaRPr lang="el-GR" i="1" dirty="0"/>
          </a:p>
          <a:p>
            <a:pPr eaLnBrk="1" hangingPunct="1">
              <a:defRPr/>
            </a:pPr>
            <a:endParaRPr lang="el-GR" i="1" dirty="0"/>
          </a:p>
          <a:p>
            <a:pPr eaLnBrk="1" hangingPunct="1">
              <a:defRPr/>
            </a:pPr>
            <a:endParaRPr lang="el-GR" i="1" dirty="0"/>
          </a:p>
          <a:p>
            <a:pPr eaLnBrk="1" hangingPunct="1">
              <a:defRPr/>
            </a:pPr>
            <a:r>
              <a:rPr lang="el-GR" dirty="0">
                <a:solidFill>
                  <a:srgbClr val="0033CC"/>
                </a:solidFill>
              </a:rPr>
              <a:t>Συμπέρασμα:</a:t>
            </a:r>
            <a:r>
              <a:rPr lang="el-GR" dirty="0"/>
              <a:t> </a:t>
            </a:r>
            <a:endParaRPr lang="en-US" dirty="0"/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dirty="0"/>
              <a:t>    </a:t>
            </a:r>
            <a:r>
              <a:rPr lang="el-GR" i="1" dirty="0"/>
              <a:t>Υποθέτοντας ισοπίθανα σύμβολα, το κριτήριο </a:t>
            </a:r>
            <a:r>
              <a:rPr lang="en-US" i="1" dirty="0"/>
              <a:t>MAP</a:t>
            </a:r>
            <a:r>
              <a:rPr lang="el-GR" i="1" dirty="0"/>
              <a:t> απλοποιείται στο κριτήριο μεγιστοποίησης της συνάρτησης πιθανοφάνειας</a:t>
            </a:r>
            <a:endParaRPr lang="en-GB" i="1" dirty="0"/>
          </a:p>
        </p:txBody>
      </p:sp>
      <p:graphicFrame>
        <p:nvGraphicFramePr>
          <p:cNvPr id="64517" name="Object 5">
            <a:extLst>
              <a:ext uri="{FF2B5EF4-FFF2-40B4-BE49-F238E27FC236}">
                <a16:creationId xmlns:a16="http://schemas.microsoft.com/office/drawing/2014/main" id="{B403868F-5944-4889-BE8F-C1D99951DAE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724150" y="3979863"/>
          <a:ext cx="3863975" cy="673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828800" imgH="317500" progId="Equation.DSMT4">
                  <p:embed/>
                </p:oleObj>
              </mc:Choice>
              <mc:Fallback>
                <p:oleObj name="Equation" r:id="rId3" imgW="1828800" imgH="317500" progId="Equation.DSMT4">
                  <p:embed/>
                  <p:pic>
                    <p:nvPicPr>
                      <p:cNvPr id="64517" name="Object 5">
                        <a:extLst>
                          <a:ext uri="{FF2B5EF4-FFF2-40B4-BE49-F238E27FC236}">
                            <a16:creationId xmlns:a16="http://schemas.microsoft.com/office/drawing/2014/main" id="{B403868F-5944-4889-BE8F-C1D99951DAE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24150" y="3979863"/>
                        <a:ext cx="3863975" cy="673100"/>
                      </a:xfrm>
                      <a:prstGeom prst="rect">
                        <a:avLst/>
                      </a:prstGeom>
                      <a:solidFill>
                        <a:srgbClr val="FFE0A3"/>
                      </a:solidFill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418" name="Rectangle 2">
            <a:extLst>
              <a:ext uri="{FF2B5EF4-FFF2-40B4-BE49-F238E27FC236}">
                <a16:creationId xmlns:a16="http://schemas.microsoft.com/office/drawing/2014/main" id="{6BC5196A-F9F7-445D-A5D5-A0896100417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l-GR"/>
              <a:t>Κριτήριο </a:t>
            </a:r>
            <a:r>
              <a:rPr lang="en-US"/>
              <a:t>ML</a:t>
            </a:r>
            <a:endParaRPr lang="en-GB"/>
          </a:p>
        </p:txBody>
      </p:sp>
      <p:sp>
        <p:nvSpPr>
          <p:cNvPr id="572419" name="Rectangle 3">
            <a:extLst>
              <a:ext uri="{FF2B5EF4-FFF2-40B4-BE49-F238E27FC236}">
                <a16:creationId xmlns:a16="http://schemas.microsoft.com/office/drawing/2014/main" id="{6A8D95EF-C4E4-42A1-A3E5-CDCE39C06F2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27038" y="882650"/>
            <a:ext cx="8305800" cy="5715000"/>
          </a:xfrm>
        </p:spPr>
        <p:txBody>
          <a:bodyPr/>
          <a:lstStyle/>
          <a:p>
            <a:pPr eaLnBrk="1" hangingPunct="1">
              <a:defRPr/>
            </a:pPr>
            <a:endParaRPr lang="el-GR" dirty="0"/>
          </a:p>
          <a:p>
            <a:pPr eaLnBrk="1" hangingPunct="1">
              <a:defRPr/>
            </a:pPr>
            <a:endParaRPr lang="el-GR" dirty="0"/>
          </a:p>
          <a:p>
            <a:pPr eaLnBrk="1" hangingPunct="1">
              <a:defRPr/>
            </a:pPr>
            <a:endParaRPr lang="el-GR" dirty="0"/>
          </a:p>
          <a:p>
            <a:pPr eaLnBrk="1" hangingPunct="1">
              <a:defRPr/>
            </a:pPr>
            <a:endParaRPr lang="el-GR" dirty="0"/>
          </a:p>
          <a:p>
            <a:pPr eaLnBrk="1" hangingPunct="1">
              <a:spcAft>
                <a:spcPts val="600"/>
              </a:spcAft>
              <a:defRPr/>
            </a:pPr>
            <a:r>
              <a:rPr lang="el-GR" dirty="0"/>
              <a:t>Το κριτήριο αυτό καλείται </a:t>
            </a:r>
          </a:p>
          <a:p>
            <a:pPr lvl="1" eaLnBrk="1" hangingPunct="1">
              <a:defRPr/>
            </a:pPr>
            <a:r>
              <a:rPr lang="el-GR" dirty="0">
                <a:solidFill>
                  <a:srgbClr val="0033CC"/>
                </a:solidFill>
              </a:rPr>
              <a:t>κριτήριο μέγιστης πιθανοφάνειας</a:t>
            </a:r>
          </a:p>
          <a:p>
            <a:pPr lvl="1" eaLnBrk="1" hangingPunct="1">
              <a:buFontTx/>
              <a:buNone/>
              <a:defRPr/>
            </a:pPr>
            <a:r>
              <a:rPr lang="el-GR" dirty="0">
                <a:solidFill>
                  <a:srgbClr val="0033CC"/>
                </a:solidFill>
              </a:rPr>
              <a:t>   (</a:t>
            </a:r>
            <a:r>
              <a:rPr lang="en-US" dirty="0">
                <a:solidFill>
                  <a:srgbClr val="0033CC"/>
                </a:solidFill>
              </a:rPr>
              <a:t>maximum likelihood </a:t>
            </a:r>
            <a:r>
              <a:rPr lang="el-GR" dirty="0">
                <a:solidFill>
                  <a:srgbClr val="0033CC"/>
                </a:solidFill>
              </a:rPr>
              <a:t>- </a:t>
            </a:r>
            <a:r>
              <a:rPr lang="en-US" dirty="0">
                <a:solidFill>
                  <a:srgbClr val="0033CC"/>
                </a:solidFill>
              </a:rPr>
              <a:t>ML)</a:t>
            </a:r>
          </a:p>
          <a:p>
            <a:pPr lvl="1" eaLnBrk="1" hangingPunct="1">
              <a:defRPr/>
            </a:pPr>
            <a:endParaRPr lang="en-US" dirty="0"/>
          </a:p>
          <a:p>
            <a:pPr eaLnBrk="1" hangingPunct="1">
              <a:lnSpc>
                <a:spcPts val="3200"/>
              </a:lnSpc>
              <a:defRPr/>
            </a:pPr>
            <a:r>
              <a:rPr lang="el-GR" dirty="0">
                <a:solidFill>
                  <a:srgbClr val="0033CC"/>
                </a:solidFill>
              </a:rPr>
              <a:t>Παρατήρηση:</a:t>
            </a:r>
            <a:r>
              <a:rPr lang="el-GR" dirty="0"/>
              <a:t> </a:t>
            </a:r>
            <a:endParaRPr lang="en-US" dirty="0"/>
          </a:p>
          <a:p>
            <a:pPr eaLnBrk="1" hangingPunct="1">
              <a:lnSpc>
                <a:spcPts val="3200"/>
              </a:lnSpc>
              <a:spcAft>
                <a:spcPts val="600"/>
              </a:spcAft>
              <a:buFont typeface="Wingdings" panose="05000000000000000000" pitchFamily="2" charset="2"/>
              <a:buNone/>
              <a:defRPr/>
            </a:pPr>
            <a:r>
              <a:rPr lang="en-US" dirty="0"/>
              <a:t>    A</a:t>
            </a:r>
            <a:r>
              <a:rPr lang="el-GR" dirty="0"/>
              <a:t>ντί να μεγιστοποιήσουμε την </a:t>
            </a:r>
            <a:r>
              <a:rPr lang="en-US" dirty="0"/>
              <a:t>pdf  </a:t>
            </a:r>
            <a:r>
              <a:rPr lang="en-US" i="1" dirty="0"/>
              <a:t>f(</a:t>
            </a:r>
            <a:r>
              <a:rPr lang="en-US" b="1" i="1" dirty="0" err="1"/>
              <a:t>r</a:t>
            </a:r>
            <a:r>
              <a:rPr lang="en-US" i="1" dirty="0" err="1"/>
              <a:t>|</a:t>
            </a:r>
            <a:r>
              <a:rPr lang="en-US" b="1" i="1" dirty="0" err="1"/>
              <a:t>s</a:t>
            </a:r>
            <a:r>
              <a:rPr lang="en-US" i="1" baseline="-25000" dirty="0" err="1"/>
              <a:t>m</a:t>
            </a:r>
            <a:r>
              <a:rPr lang="en-US" i="1" dirty="0"/>
              <a:t>)</a:t>
            </a:r>
            <a:r>
              <a:rPr lang="en-US" dirty="0"/>
              <a:t>,</a:t>
            </a:r>
            <a:r>
              <a:rPr lang="el-GR" dirty="0"/>
              <a:t> μπορούμε να μεγιστοποιήσουμε οποιοδήποτε μονότονη συνάρτησή της</a:t>
            </a:r>
          </a:p>
          <a:p>
            <a:pPr lvl="1" eaLnBrk="1" hangingPunct="1">
              <a:lnSpc>
                <a:spcPts val="3200"/>
              </a:lnSpc>
              <a:defRPr/>
            </a:pPr>
            <a:r>
              <a:rPr lang="el-GR" dirty="0"/>
              <a:t>συνήθως χρησιμοποιείται η</a:t>
            </a:r>
            <a:r>
              <a:rPr lang="en-US" dirty="0"/>
              <a:t> </a:t>
            </a:r>
            <a:r>
              <a:rPr lang="el-GR" dirty="0"/>
              <a:t> </a:t>
            </a:r>
            <a:r>
              <a:rPr lang="en-US" i="1" dirty="0"/>
              <a:t>ln(f(</a:t>
            </a:r>
            <a:r>
              <a:rPr lang="en-US" b="1" i="1" dirty="0" err="1"/>
              <a:t>r</a:t>
            </a:r>
            <a:r>
              <a:rPr lang="en-US" i="1" dirty="0" err="1"/>
              <a:t>|</a:t>
            </a:r>
            <a:r>
              <a:rPr lang="en-US" b="1" i="1" dirty="0" err="1"/>
              <a:t>s</a:t>
            </a:r>
            <a:r>
              <a:rPr lang="en-US" i="1" baseline="-25000" dirty="0" err="1"/>
              <a:t>m</a:t>
            </a:r>
            <a:r>
              <a:rPr lang="en-US" i="1" dirty="0"/>
              <a:t>))</a:t>
            </a:r>
            <a:r>
              <a:rPr lang="el-GR" i="1" dirty="0"/>
              <a:t>  (που είναι γνησίως αύξουσα συνάρτηση)</a:t>
            </a:r>
          </a:p>
          <a:p>
            <a:pPr lvl="1" eaLnBrk="1" hangingPunct="1">
              <a:buFontTx/>
              <a:buNone/>
              <a:defRPr/>
            </a:pPr>
            <a:endParaRPr lang="en-GB" dirty="0"/>
          </a:p>
        </p:txBody>
      </p:sp>
      <p:graphicFrame>
        <p:nvGraphicFramePr>
          <p:cNvPr id="66565" name="Object 4">
            <a:extLst>
              <a:ext uri="{FF2B5EF4-FFF2-40B4-BE49-F238E27FC236}">
                <a16:creationId xmlns:a16="http://schemas.microsoft.com/office/drawing/2014/main" id="{64D64CAD-CFB6-4821-A278-DE32C396D6A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548063" y="1122363"/>
          <a:ext cx="2090737" cy="806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825142" imgH="317362" progId="Equation.DSMT4">
                  <p:embed/>
                </p:oleObj>
              </mc:Choice>
              <mc:Fallback>
                <p:oleObj name="Equation" r:id="rId3" imgW="825142" imgH="317362" progId="Equation.DSMT4">
                  <p:embed/>
                  <p:pic>
                    <p:nvPicPr>
                      <p:cNvPr id="66565" name="Object 4">
                        <a:extLst>
                          <a:ext uri="{FF2B5EF4-FFF2-40B4-BE49-F238E27FC236}">
                            <a16:creationId xmlns:a16="http://schemas.microsoft.com/office/drawing/2014/main" id="{64D64CAD-CFB6-4821-A278-DE32C396D6A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48063" y="1122363"/>
                        <a:ext cx="2090737" cy="806450"/>
                      </a:xfrm>
                      <a:prstGeom prst="rect">
                        <a:avLst/>
                      </a:prstGeom>
                      <a:solidFill>
                        <a:srgbClr val="FFE0A3"/>
                      </a:solidFill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42" name="Rectangle 2">
            <a:extLst>
              <a:ext uri="{FF2B5EF4-FFF2-40B4-BE49-F238E27FC236}">
                <a16:creationId xmlns:a16="http://schemas.microsoft.com/office/drawing/2014/main" id="{82922EFD-EC0E-439F-9406-BAC8F191FD9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l-GR"/>
              <a:t>Κριτήριο </a:t>
            </a:r>
            <a:r>
              <a:rPr lang="en-US"/>
              <a:t>ML (2)</a:t>
            </a:r>
            <a:endParaRPr lang="en-GB"/>
          </a:p>
        </p:txBody>
      </p:sp>
      <p:sp>
        <p:nvSpPr>
          <p:cNvPr id="573443" name="Rectangle 3">
            <a:extLst>
              <a:ext uri="{FF2B5EF4-FFF2-40B4-BE49-F238E27FC236}">
                <a16:creationId xmlns:a16="http://schemas.microsoft.com/office/drawing/2014/main" id="{99C19D9D-C72E-4514-97CB-4726CBB5460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27038" y="954088"/>
            <a:ext cx="8305800" cy="5715000"/>
          </a:xfrm>
        </p:spPr>
        <p:txBody>
          <a:bodyPr/>
          <a:lstStyle/>
          <a:p>
            <a:pPr eaLnBrk="1" hangingPunct="1">
              <a:defRPr/>
            </a:pPr>
            <a:r>
              <a:rPr lang="el-GR" dirty="0">
                <a:solidFill>
                  <a:srgbClr val="0033CC"/>
                </a:solidFill>
              </a:rPr>
              <a:t>Υπενθύμιση:</a:t>
            </a:r>
            <a:r>
              <a:rPr lang="el-GR" dirty="0"/>
              <a:t> η συνάρτηση πιθανοφάνειας υπολογίστηκε ως</a:t>
            </a:r>
          </a:p>
          <a:p>
            <a:pPr eaLnBrk="1" hangingPunct="1">
              <a:defRPr/>
            </a:pPr>
            <a:endParaRPr lang="el-GR" dirty="0"/>
          </a:p>
          <a:p>
            <a:pPr eaLnBrk="1" hangingPunct="1">
              <a:defRPr/>
            </a:pPr>
            <a:endParaRPr lang="el-GR" dirty="0"/>
          </a:p>
          <a:p>
            <a:pPr eaLnBrk="1" hangingPunct="1">
              <a:defRPr/>
            </a:pPr>
            <a:endParaRPr lang="el-GR" dirty="0"/>
          </a:p>
          <a:p>
            <a:pPr eaLnBrk="1" hangingPunct="1">
              <a:defRPr/>
            </a:pPr>
            <a:endParaRPr lang="el-GR" dirty="0"/>
          </a:p>
          <a:p>
            <a:pPr eaLnBrk="1" hangingPunct="1">
              <a:defRPr/>
            </a:pPr>
            <a:r>
              <a:rPr lang="el-GR" dirty="0"/>
              <a:t>Το κριτήριο </a:t>
            </a:r>
            <a:r>
              <a:rPr lang="en-US" dirty="0"/>
              <a:t>ML</a:t>
            </a:r>
            <a:r>
              <a:rPr lang="el-GR" dirty="0"/>
              <a:t> εκφράζεται πλέον ως</a:t>
            </a:r>
          </a:p>
          <a:p>
            <a:pPr eaLnBrk="1" hangingPunct="1">
              <a:defRPr/>
            </a:pPr>
            <a:endParaRPr lang="el-GR" dirty="0"/>
          </a:p>
          <a:p>
            <a:pPr eaLnBrk="1" hangingPunct="1">
              <a:defRPr/>
            </a:pPr>
            <a:endParaRPr lang="el-GR" dirty="0"/>
          </a:p>
          <a:p>
            <a:pPr eaLnBrk="1" hangingPunct="1">
              <a:defRPr/>
            </a:pPr>
            <a:endParaRPr lang="el-GR" dirty="0"/>
          </a:p>
          <a:p>
            <a:pPr eaLnBrk="1" hangingPunct="1">
              <a:lnSpc>
                <a:spcPct val="150000"/>
              </a:lnSpc>
              <a:defRPr/>
            </a:pPr>
            <a:r>
              <a:rPr lang="el-GR" b="1" dirty="0">
                <a:solidFill>
                  <a:srgbClr val="0033CC"/>
                </a:solidFill>
              </a:rPr>
              <a:t>Συμπέρασμα: </a:t>
            </a:r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  <a:defRPr/>
            </a:pPr>
            <a:r>
              <a:rPr lang="el-GR" b="1" dirty="0">
                <a:solidFill>
                  <a:srgbClr val="C00000"/>
                </a:solidFill>
              </a:rPr>
              <a:t>    </a:t>
            </a:r>
            <a:r>
              <a:rPr lang="en-US" b="1" dirty="0">
                <a:solidFill>
                  <a:srgbClr val="C00000"/>
                </a:solidFill>
              </a:rPr>
              <a:t>“</a:t>
            </a:r>
            <a:r>
              <a:rPr lang="en-US" b="1" i="1" dirty="0">
                <a:solidFill>
                  <a:srgbClr val="C00000"/>
                </a:solidFill>
              </a:rPr>
              <a:t>T</a:t>
            </a:r>
            <a:r>
              <a:rPr lang="el-GR" b="1" i="1" dirty="0">
                <a:solidFill>
                  <a:srgbClr val="C00000"/>
                </a:solidFill>
              </a:rPr>
              <a:t>ο βέλτιστο σύμβολο είναι αυτό που έχει την ελάχιστη Ευκλείδια απόσταση από το διάνυσμα του λαμβανόμενου σήματος</a:t>
            </a:r>
            <a:r>
              <a:rPr lang="en-US" b="1" i="1" dirty="0">
                <a:solidFill>
                  <a:srgbClr val="C00000"/>
                </a:solidFill>
              </a:rPr>
              <a:t>”</a:t>
            </a:r>
            <a:endParaRPr lang="en-GB" b="1" i="1" dirty="0">
              <a:solidFill>
                <a:srgbClr val="C00000"/>
              </a:solidFill>
            </a:endParaRPr>
          </a:p>
        </p:txBody>
      </p:sp>
      <p:graphicFrame>
        <p:nvGraphicFramePr>
          <p:cNvPr id="68613" name="Object 4">
            <a:extLst>
              <a:ext uri="{FF2B5EF4-FFF2-40B4-BE49-F238E27FC236}">
                <a16:creationId xmlns:a16="http://schemas.microsoft.com/office/drawing/2014/main" id="{9301B158-4165-4F11-9844-A49CD6D6EE4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79613" y="1484313"/>
          <a:ext cx="5397500" cy="992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552700" imgH="469900" progId="Equation.DSMT4">
                  <p:embed/>
                </p:oleObj>
              </mc:Choice>
              <mc:Fallback>
                <p:oleObj name="Equation" r:id="rId3" imgW="2552700" imgH="469900" progId="Equation.DSMT4">
                  <p:embed/>
                  <p:pic>
                    <p:nvPicPr>
                      <p:cNvPr id="68613" name="Object 4">
                        <a:extLst>
                          <a:ext uri="{FF2B5EF4-FFF2-40B4-BE49-F238E27FC236}">
                            <a16:creationId xmlns:a16="http://schemas.microsoft.com/office/drawing/2014/main" id="{9301B158-4165-4F11-9844-A49CD6D6EE4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79613" y="1484313"/>
                        <a:ext cx="5397500" cy="992187"/>
                      </a:xfrm>
                      <a:prstGeom prst="rect">
                        <a:avLst/>
                      </a:prstGeom>
                      <a:solidFill>
                        <a:srgbClr val="CCECFF"/>
                      </a:solidFill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8614" name="Object 5">
            <a:extLst>
              <a:ext uri="{FF2B5EF4-FFF2-40B4-BE49-F238E27FC236}">
                <a16:creationId xmlns:a16="http://schemas.microsoft.com/office/drawing/2014/main" id="{8354D353-80DA-4E5D-8FC9-FED61867097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627313" y="3357563"/>
          <a:ext cx="3948112" cy="696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866900" imgH="330200" progId="Equation.DSMT4">
                  <p:embed/>
                </p:oleObj>
              </mc:Choice>
              <mc:Fallback>
                <p:oleObj name="Equation" r:id="rId5" imgW="1866900" imgH="330200" progId="Equation.DSMT4">
                  <p:embed/>
                  <p:pic>
                    <p:nvPicPr>
                      <p:cNvPr id="68614" name="Object 5">
                        <a:extLst>
                          <a:ext uri="{FF2B5EF4-FFF2-40B4-BE49-F238E27FC236}">
                            <a16:creationId xmlns:a16="http://schemas.microsoft.com/office/drawing/2014/main" id="{8354D353-80DA-4E5D-8FC9-FED61867097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27313" y="3357563"/>
                        <a:ext cx="3948112" cy="696912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659" name="Picture 4" descr="fig7_37">
            <a:extLst>
              <a:ext uri="{FF2B5EF4-FFF2-40B4-BE49-F238E27FC236}">
                <a16:creationId xmlns:a16="http://schemas.microsoft.com/office/drawing/2014/main" id="{DC4C248A-56AB-405B-8901-37F904FF0C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4200" y="1212850"/>
            <a:ext cx="5427663" cy="495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68322" name="Rectangle 2">
            <a:extLst>
              <a:ext uri="{FF2B5EF4-FFF2-40B4-BE49-F238E27FC236}">
                <a16:creationId xmlns:a16="http://schemas.microsoft.com/office/drawing/2014/main" id="{AB408729-B419-49C7-9AF6-B5AE9B7F59E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l-GR" dirty="0"/>
              <a:t>Παράδειγμα</a:t>
            </a:r>
            <a:endParaRPr lang="en-GB" dirty="0"/>
          </a:p>
        </p:txBody>
      </p:sp>
      <p:sp>
        <p:nvSpPr>
          <p:cNvPr id="568323" name="Rectangle 3">
            <a:extLst>
              <a:ext uri="{FF2B5EF4-FFF2-40B4-BE49-F238E27FC236}">
                <a16:creationId xmlns:a16="http://schemas.microsoft.com/office/drawing/2014/main" id="{47CE446F-00CB-4147-9516-2647F6BB290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486400" y="1143000"/>
            <a:ext cx="3276600" cy="1371600"/>
          </a:xfrm>
        </p:spPr>
        <p:txBody>
          <a:bodyPr/>
          <a:lstStyle/>
          <a:p>
            <a:pPr eaLnBrk="1" hangingPunct="1">
              <a:defRPr/>
            </a:pPr>
            <a:r>
              <a:rPr lang="el-GR" i="1"/>
              <a:t>Ν=3</a:t>
            </a:r>
          </a:p>
          <a:p>
            <a:pPr eaLnBrk="1" hangingPunct="1">
              <a:defRPr/>
            </a:pPr>
            <a:r>
              <a:rPr lang="el-GR" i="1"/>
              <a:t>Μ=4</a:t>
            </a:r>
          </a:p>
          <a:p>
            <a:pPr eaLnBrk="1" hangingPunct="1">
              <a:defRPr/>
            </a:pPr>
            <a:r>
              <a:rPr lang="el-GR"/>
              <a:t>στάλθηκε το </a:t>
            </a:r>
            <a:r>
              <a:rPr lang="en-US" b="1" i="1"/>
              <a:t>s</a:t>
            </a:r>
            <a:r>
              <a:rPr lang="en-US" i="1" baseline="-25000"/>
              <a:t>1</a:t>
            </a:r>
            <a:endParaRPr lang="en-GB" i="1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466" name="Rectangle 2">
            <a:extLst>
              <a:ext uri="{FF2B5EF4-FFF2-40B4-BE49-F238E27FC236}">
                <a16:creationId xmlns:a16="http://schemas.microsoft.com/office/drawing/2014/main" id="{C06E594A-4E33-45B3-8792-CAF9D0ADA69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l-GR"/>
              <a:t>Φώραση Ελάχιστης Απόστασης</a:t>
            </a:r>
            <a:endParaRPr lang="en-GB"/>
          </a:p>
        </p:txBody>
      </p:sp>
      <p:sp>
        <p:nvSpPr>
          <p:cNvPr id="574467" name="Rectangle 3">
            <a:extLst>
              <a:ext uri="{FF2B5EF4-FFF2-40B4-BE49-F238E27FC236}">
                <a16:creationId xmlns:a16="http://schemas.microsoft.com/office/drawing/2014/main" id="{A3859F3F-DEE9-4ADF-AA59-604569D08FE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27038" y="809625"/>
            <a:ext cx="8305800" cy="5715000"/>
          </a:xfrm>
        </p:spPr>
        <p:txBody>
          <a:bodyPr/>
          <a:lstStyle/>
          <a:p>
            <a:pPr eaLnBrk="1" hangingPunct="1">
              <a:defRPr/>
            </a:pPr>
            <a:r>
              <a:rPr lang="el-GR" dirty="0"/>
              <a:t>Ο φωρατής καλείται να υπολογίσει τις </a:t>
            </a:r>
            <a:r>
              <a:rPr lang="el-GR" dirty="0">
                <a:solidFill>
                  <a:srgbClr val="0033CC"/>
                </a:solidFill>
              </a:rPr>
              <a:t>μετρικές απόστασης</a:t>
            </a:r>
          </a:p>
          <a:p>
            <a:pPr eaLnBrk="1" hangingPunct="1">
              <a:defRPr/>
            </a:pPr>
            <a:endParaRPr lang="el-GR" dirty="0">
              <a:solidFill>
                <a:srgbClr val="0033CC"/>
              </a:solidFill>
            </a:endParaRPr>
          </a:p>
          <a:p>
            <a:pPr eaLnBrk="1" hangingPunct="1">
              <a:defRPr/>
            </a:pPr>
            <a:endParaRPr lang="el-GR" dirty="0">
              <a:solidFill>
                <a:srgbClr val="0033CC"/>
              </a:solidFill>
            </a:endParaRPr>
          </a:p>
          <a:p>
            <a:pPr eaLnBrk="1" hangingPunct="1">
              <a:defRPr/>
            </a:pPr>
            <a:endParaRPr lang="el-GR" dirty="0">
              <a:solidFill>
                <a:srgbClr val="0033CC"/>
              </a:solidFill>
            </a:endParaRPr>
          </a:p>
          <a:p>
            <a:pPr lvl="1" eaLnBrk="1" hangingPunct="1">
              <a:defRPr/>
            </a:pPr>
            <a:endParaRPr lang="el-GR" dirty="0"/>
          </a:p>
          <a:p>
            <a:pPr lvl="1" eaLnBrk="1" hangingPunct="1">
              <a:defRPr/>
            </a:pPr>
            <a:r>
              <a:rPr lang="el-GR" dirty="0"/>
              <a:t>ανάμεσα σε όλα τα σύμβολα και το </a:t>
            </a:r>
            <a:r>
              <a:rPr lang="el-GR" dirty="0" err="1"/>
              <a:t>ληφθέν</a:t>
            </a:r>
            <a:r>
              <a:rPr lang="el-GR" dirty="0"/>
              <a:t> διάνυσμα</a:t>
            </a:r>
          </a:p>
          <a:p>
            <a:pPr lvl="1" eaLnBrk="1" hangingPunct="1">
              <a:defRPr/>
            </a:pPr>
            <a:endParaRPr lang="el-GR" dirty="0"/>
          </a:p>
          <a:p>
            <a:pPr lvl="1" eaLnBrk="1" hangingPunct="1">
              <a:defRPr/>
            </a:pPr>
            <a:r>
              <a:rPr lang="el-GR" dirty="0"/>
              <a:t>και να επιλέξει το σύμβολο με τη μικρότερη απόσταση</a:t>
            </a:r>
          </a:p>
          <a:p>
            <a:pPr eaLnBrk="1" hangingPunct="1">
              <a:defRPr/>
            </a:pPr>
            <a:endParaRPr lang="el-GR" dirty="0"/>
          </a:p>
          <a:p>
            <a:pPr eaLnBrk="1" hangingPunct="1">
              <a:defRPr/>
            </a:pPr>
            <a:r>
              <a:rPr lang="el-GR" dirty="0"/>
              <a:t>Εναλλακτικά,</a:t>
            </a:r>
          </a:p>
          <a:p>
            <a:pPr lvl="1" eaLnBrk="1" hangingPunct="1">
              <a:defRPr/>
            </a:pPr>
            <a:endParaRPr lang="el-GR" dirty="0"/>
          </a:p>
          <a:p>
            <a:pPr lvl="1" eaLnBrk="1" hangingPunct="1">
              <a:buFontTx/>
              <a:buNone/>
              <a:defRPr/>
            </a:pPr>
            <a:r>
              <a:rPr lang="el-GR" dirty="0"/>
              <a:t> </a:t>
            </a:r>
          </a:p>
          <a:p>
            <a:pPr lvl="1" eaLnBrk="1" hangingPunct="1">
              <a:defRPr/>
            </a:pPr>
            <a:endParaRPr lang="el-GR" dirty="0"/>
          </a:p>
          <a:p>
            <a:pPr marL="457200" lvl="1" indent="0" eaLnBrk="1" hangingPunct="1">
              <a:buNone/>
              <a:defRPr/>
            </a:pPr>
            <a:endParaRPr lang="el-GR" dirty="0"/>
          </a:p>
        </p:txBody>
      </p:sp>
      <p:graphicFrame>
        <p:nvGraphicFramePr>
          <p:cNvPr id="72709" name="Object 4">
            <a:extLst>
              <a:ext uri="{FF2B5EF4-FFF2-40B4-BE49-F238E27FC236}">
                <a16:creationId xmlns:a16="http://schemas.microsoft.com/office/drawing/2014/main" id="{B19C9B31-2885-46E6-A312-8B2081550DD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124075" y="1341438"/>
          <a:ext cx="4592638" cy="911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171700" imgH="431800" progId="Equation.DSMT4">
                  <p:embed/>
                </p:oleObj>
              </mc:Choice>
              <mc:Fallback>
                <p:oleObj name="Equation" r:id="rId3" imgW="2171700" imgH="431800" progId="Equation.DSMT4">
                  <p:embed/>
                  <p:pic>
                    <p:nvPicPr>
                      <p:cNvPr id="72709" name="Object 4">
                        <a:extLst>
                          <a:ext uri="{FF2B5EF4-FFF2-40B4-BE49-F238E27FC236}">
                            <a16:creationId xmlns:a16="http://schemas.microsoft.com/office/drawing/2014/main" id="{B19C9B31-2885-46E6-A312-8B2081550DD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4075" y="1341438"/>
                        <a:ext cx="4592638" cy="911225"/>
                      </a:xfrm>
                      <a:prstGeom prst="rect">
                        <a:avLst/>
                      </a:prstGeom>
                      <a:solidFill>
                        <a:srgbClr val="FFE0A3"/>
                      </a:solidFill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710" name="Object 5">
            <a:extLst>
              <a:ext uri="{FF2B5EF4-FFF2-40B4-BE49-F238E27FC236}">
                <a16:creationId xmlns:a16="http://schemas.microsoft.com/office/drawing/2014/main" id="{7A0BDBD8-7B8C-4642-9074-2CBFD44C942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589088" y="4648200"/>
          <a:ext cx="6151562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908300" imgH="342900" progId="Equation.DSMT4">
                  <p:embed/>
                </p:oleObj>
              </mc:Choice>
              <mc:Fallback>
                <p:oleObj name="Equation" r:id="rId5" imgW="2908300" imgH="342900" progId="Equation.DSMT4">
                  <p:embed/>
                  <p:pic>
                    <p:nvPicPr>
                      <p:cNvPr id="72710" name="Object 5">
                        <a:extLst>
                          <a:ext uri="{FF2B5EF4-FFF2-40B4-BE49-F238E27FC236}">
                            <a16:creationId xmlns:a16="http://schemas.microsoft.com/office/drawing/2014/main" id="{7A0BDBD8-7B8C-4642-9074-2CBFD44C942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9088" y="4648200"/>
                        <a:ext cx="6151562" cy="723900"/>
                      </a:xfrm>
                      <a:prstGeom prst="rect">
                        <a:avLst/>
                      </a:prstGeom>
                      <a:solidFill>
                        <a:srgbClr val="FFE0A3"/>
                      </a:solidFill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490" name="Rectangle 2">
            <a:extLst>
              <a:ext uri="{FF2B5EF4-FFF2-40B4-BE49-F238E27FC236}">
                <a16:creationId xmlns:a16="http://schemas.microsoft.com/office/drawing/2014/main" id="{107EABC4-2E3A-498B-AF7C-C178C2A22A8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l-GR"/>
              <a:t>Φώραση Μέγιστης Συσχέτισης</a:t>
            </a:r>
            <a:endParaRPr lang="en-GB"/>
          </a:p>
        </p:txBody>
      </p:sp>
      <p:sp>
        <p:nvSpPr>
          <p:cNvPr id="575491" name="Rectangle 3">
            <a:extLst>
              <a:ext uri="{FF2B5EF4-FFF2-40B4-BE49-F238E27FC236}">
                <a16:creationId xmlns:a16="http://schemas.microsoft.com/office/drawing/2014/main" id="{5181B3B2-2F7C-4508-BE58-B9F7A2DABFE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27038" y="809625"/>
            <a:ext cx="8305800" cy="5715000"/>
          </a:xfrm>
        </p:spPr>
        <p:txBody>
          <a:bodyPr/>
          <a:lstStyle/>
          <a:p>
            <a:pPr eaLnBrk="1" hangingPunct="1">
              <a:defRPr/>
            </a:pPr>
            <a:r>
              <a:rPr lang="el-GR" dirty="0"/>
              <a:t>Ορίζεται η ποσότητα</a:t>
            </a:r>
          </a:p>
          <a:p>
            <a:pPr eaLnBrk="1" hangingPunct="1">
              <a:defRPr/>
            </a:pPr>
            <a:endParaRPr lang="el-GR" dirty="0"/>
          </a:p>
          <a:p>
            <a:pPr eaLnBrk="1" hangingPunct="1">
              <a:defRPr/>
            </a:pPr>
            <a:endParaRPr lang="el-GR" dirty="0"/>
          </a:p>
          <a:p>
            <a:pPr lvl="1" eaLnBrk="1" hangingPunct="1">
              <a:defRPr/>
            </a:pPr>
            <a:r>
              <a:rPr lang="el-GR" dirty="0">
                <a:solidFill>
                  <a:srgbClr val="0033CC"/>
                </a:solidFill>
              </a:rPr>
              <a:t>πρώτος όρος:</a:t>
            </a:r>
            <a:r>
              <a:rPr lang="el-GR" dirty="0"/>
              <a:t> είναι η συσχέτιση μεταξύ του συμβόλου και του λαμβανόμενου σήματος</a:t>
            </a:r>
          </a:p>
          <a:p>
            <a:pPr lvl="1" eaLnBrk="1" hangingPunct="1">
              <a:spcAft>
                <a:spcPts val="600"/>
              </a:spcAft>
              <a:defRPr/>
            </a:pPr>
            <a:r>
              <a:rPr lang="el-GR" dirty="0">
                <a:solidFill>
                  <a:srgbClr val="0033CC"/>
                </a:solidFill>
              </a:rPr>
              <a:t>δεύτερος όρος:</a:t>
            </a:r>
            <a:r>
              <a:rPr lang="el-GR" dirty="0"/>
              <a:t> σταθμίζει την ενέργεια κάθε συμβόλου</a:t>
            </a:r>
          </a:p>
          <a:p>
            <a:pPr eaLnBrk="1" hangingPunct="1">
              <a:defRPr/>
            </a:pPr>
            <a:r>
              <a:rPr lang="el-GR" dirty="0"/>
              <a:t>Αν τα σύμβολα είναι ίσης ενέργειας (π.χ. </a:t>
            </a:r>
            <a:r>
              <a:rPr lang="en-US" dirty="0"/>
              <a:t>PSK</a:t>
            </a:r>
            <a:r>
              <a:rPr lang="el-GR" dirty="0"/>
              <a:t>)</a:t>
            </a:r>
          </a:p>
          <a:p>
            <a:pPr lvl="1" eaLnBrk="1" hangingPunct="1">
              <a:defRPr/>
            </a:pPr>
            <a:r>
              <a:rPr lang="el-GR" dirty="0"/>
              <a:t>ο δεύτερος όρος μπορεί να αγνοηθεί</a:t>
            </a:r>
          </a:p>
          <a:p>
            <a:pPr eaLnBrk="1" hangingPunct="1">
              <a:defRPr/>
            </a:pPr>
            <a:endParaRPr lang="el-GR" dirty="0"/>
          </a:p>
          <a:p>
            <a:pPr eaLnBrk="1" hangingPunct="1">
              <a:defRPr/>
            </a:pPr>
            <a:r>
              <a:rPr lang="el-GR" dirty="0"/>
              <a:t>Η ποσότητα ονομάζεται </a:t>
            </a:r>
            <a:r>
              <a:rPr lang="el-GR" dirty="0">
                <a:solidFill>
                  <a:srgbClr val="0033CC"/>
                </a:solidFill>
              </a:rPr>
              <a:t>μετρική συσχέτισης</a:t>
            </a:r>
          </a:p>
          <a:p>
            <a:pPr eaLnBrk="1" hangingPunct="1">
              <a:defRPr/>
            </a:pPr>
            <a:endParaRPr lang="el-GR" dirty="0">
              <a:solidFill>
                <a:srgbClr val="0033CC"/>
              </a:solidFill>
            </a:endParaRPr>
          </a:p>
          <a:p>
            <a:pPr eaLnBrk="1" hangingPunct="1">
              <a:defRPr/>
            </a:pPr>
            <a:r>
              <a:rPr lang="el-GR" dirty="0">
                <a:solidFill>
                  <a:srgbClr val="0033CC"/>
                </a:solidFill>
              </a:rPr>
              <a:t>Συμπέρασμα:</a:t>
            </a:r>
            <a:r>
              <a:rPr lang="el-GR" dirty="0"/>
              <a:t> </a:t>
            </a:r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l-GR" dirty="0"/>
              <a:t>    </a:t>
            </a:r>
            <a:r>
              <a:rPr lang="el-GR" i="1" dirty="0"/>
              <a:t>ο βέλτιστος φωρατής </a:t>
            </a:r>
            <a:r>
              <a:rPr lang="en-US" i="1" dirty="0"/>
              <a:t>ML</a:t>
            </a:r>
            <a:r>
              <a:rPr lang="el-GR" i="1" dirty="0"/>
              <a:t> επιλέγει το σύμβολο </a:t>
            </a:r>
          </a:p>
          <a:p>
            <a:pPr lvl="1" eaLnBrk="1" hangingPunct="1">
              <a:defRPr/>
            </a:pPr>
            <a:r>
              <a:rPr lang="el-GR" i="1" dirty="0"/>
              <a:t>με τη μικρότερη μετρική απόστασης</a:t>
            </a:r>
          </a:p>
          <a:p>
            <a:pPr lvl="1" eaLnBrk="1" hangingPunct="1">
              <a:defRPr/>
            </a:pPr>
            <a:r>
              <a:rPr lang="el-GR" i="1" dirty="0"/>
              <a:t>(ή ισοδύναμα) με τη μεγαλύτερη μετρική συσχέτισης</a:t>
            </a:r>
            <a:endParaRPr lang="en-GB" i="1" dirty="0"/>
          </a:p>
        </p:txBody>
      </p:sp>
      <p:graphicFrame>
        <p:nvGraphicFramePr>
          <p:cNvPr id="74757" name="Object 4">
            <a:extLst>
              <a:ext uri="{FF2B5EF4-FFF2-40B4-BE49-F238E27FC236}">
                <a16:creationId xmlns:a16="http://schemas.microsoft.com/office/drawing/2014/main" id="{62583548-96E6-4662-9AD5-713AC16872B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708400" y="1196975"/>
          <a:ext cx="3141663" cy="590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485900" imgH="279400" progId="Equation.DSMT4">
                  <p:embed/>
                </p:oleObj>
              </mc:Choice>
              <mc:Fallback>
                <p:oleObj name="Equation" r:id="rId3" imgW="1485900" imgH="279400" progId="Equation.DSMT4">
                  <p:embed/>
                  <p:pic>
                    <p:nvPicPr>
                      <p:cNvPr id="74757" name="Object 4">
                        <a:extLst>
                          <a:ext uri="{FF2B5EF4-FFF2-40B4-BE49-F238E27FC236}">
                            <a16:creationId xmlns:a16="http://schemas.microsoft.com/office/drawing/2014/main" id="{62583548-96E6-4662-9AD5-713AC16872B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08400" y="1196975"/>
                        <a:ext cx="3141663" cy="590550"/>
                      </a:xfrm>
                      <a:prstGeom prst="rect">
                        <a:avLst/>
                      </a:prstGeom>
                      <a:solidFill>
                        <a:srgbClr val="CCECFF"/>
                      </a:solidFill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Blue Diagonal">
  <a:themeElements>
    <a:clrScheme name="Blue Diagonal 3">
      <a:dk1>
        <a:srgbClr val="000000"/>
      </a:dk1>
      <a:lt1>
        <a:srgbClr val="FFFFFF"/>
      </a:lt1>
      <a:dk2>
        <a:srgbClr val="000000"/>
      </a:dk2>
      <a:lt2>
        <a:srgbClr val="CBCBCB"/>
      </a:lt2>
      <a:accent1>
        <a:srgbClr val="DDDDDD"/>
      </a:accent1>
      <a:accent2>
        <a:srgbClr val="B2B2B2"/>
      </a:accent2>
      <a:accent3>
        <a:srgbClr val="FFFFFF"/>
      </a:accent3>
      <a:accent4>
        <a:srgbClr val="000000"/>
      </a:accent4>
      <a:accent5>
        <a:srgbClr val="EBEBEB"/>
      </a:accent5>
      <a:accent6>
        <a:srgbClr val="A1A1A1"/>
      </a:accent6>
      <a:hlink>
        <a:srgbClr val="4D4D4D"/>
      </a:hlink>
      <a:folHlink>
        <a:srgbClr val="777777"/>
      </a:folHlink>
    </a:clrScheme>
    <a:fontScheme name="Blue Diagonal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2700" cap="sq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342900" marR="0" indent="-342900" algn="ctr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>
            <a:schemeClr val="tx2"/>
          </a:buClr>
          <a:buSzPct val="75000"/>
          <a:buFont typeface="Wingdings" pitchFamily="2" charset="2"/>
          <a:buChar char="n"/>
          <a:tabLst/>
          <a:defRPr kumimoji="0" lang="en-GB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2700" cap="sq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342900" marR="0" indent="-342900" algn="ctr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>
            <a:schemeClr val="tx2"/>
          </a:buClr>
          <a:buSzPct val="75000"/>
          <a:buFont typeface="Wingdings" pitchFamily="2" charset="2"/>
          <a:buChar char="n"/>
          <a:tabLst/>
          <a:defRPr kumimoji="0" lang="en-GB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lnDef>
  </a:objectDefaults>
  <a:extraClrSchemeLst>
    <a:extraClrScheme>
      <a:clrScheme name="Blue Diagonal 1">
        <a:dk1>
          <a:srgbClr val="000000"/>
        </a:dk1>
        <a:lt1>
          <a:srgbClr val="FFFFFF"/>
        </a:lt1>
        <a:dk2>
          <a:srgbClr val="0066FF"/>
        </a:dk2>
        <a:lt2>
          <a:srgbClr val="FFFF00"/>
        </a:lt2>
        <a:accent1>
          <a:srgbClr val="00CCCC"/>
        </a:accent1>
        <a:accent2>
          <a:srgbClr val="FF33CC"/>
        </a:accent2>
        <a:accent3>
          <a:srgbClr val="AAB8FF"/>
        </a:accent3>
        <a:accent4>
          <a:srgbClr val="DADADA"/>
        </a:accent4>
        <a:accent5>
          <a:srgbClr val="AAE2E2"/>
        </a:accent5>
        <a:accent6>
          <a:srgbClr val="E72DB9"/>
        </a:accent6>
        <a:hlink>
          <a:srgbClr val="FF4568"/>
        </a:hlink>
        <a:folHlink>
          <a:srgbClr val="CCEC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Diagonal 2">
        <a:dk1>
          <a:srgbClr val="000000"/>
        </a:dk1>
        <a:lt1>
          <a:srgbClr val="9999FF"/>
        </a:lt1>
        <a:dk2>
          <a:srgbClr val="6600FF"/>
        </a:dk2>
        <a:lt2>
          <a:srgbClr val="FFFFFF"/>
        </a:lt2>
        <a:accent1>
          <a:srgbClr val="CCCCFF"/>
        </a:accent1>
        <a:accent2>
          <a:srgbClr val="FF99FF"/>
        </a:accent2>
        <a:accent3>
          <a:srgbClr val="CACAFF"/>
        </a:accent3>
        <a:accent4>
          <a:srgbClr val="000000"/>
        </a:accent4>
        <a:accent5>
          <a:srgbClr val="E2E2FF"/>
        </a:accent5>
        <a:accent6>
          <a:srgbClr val="E78AE7"/>
        </a:accent6>
        <a:hlink>
          <a:srgbClr val="00CC66"/>
        </a:hlink>
        <a:folHlink>
          <a:srgbClr val="CCE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 Diagonal 3">
        <a:dk1>
          <a:srgbClr val="000000"/>
        </a:dk1>
        <a:lt1>
          <a:srgbClr val="FFFFFF"/>
        </a:lt1>
        <a:dk2>
          <a:srgbClr val="000000"/>
        </a:dk2>
        <a:lt2>
          <a:srgbClr val="CBCBCB"/>
        </a:lt2>
        <a:accent1>
          <a:srgbClr val="DDDDDD"/>
        </a:accent1>
        <a:accent2>
          <a:srgbClr val="B2B2B2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A1A1A1"/>
        </a:accent6>
        <a:hlink>
          <a:srgbClr val="4D4D4D"/>
        </a:hlink>
        <a:folHlink>
          <a:srgbClr val="777777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 Diagonal 4">
        <a:dk1>
          <a:srgbClr val="000000"/>
        </a:dk1>
        <a:lt1>
          <a:srgbClr val="FFFFFF"/>
        </a:lt1>
        <a:dk2>
          <a:srgbClr val="990066"/>
        </a:dk2>
        <a:lt2>
          <a:srgbClr val="FFFF00"/>
        </a:lt2>
        <a:accent1>
          <a:srgbClr val="996633"/>
        </a:accent1>
        <a:accent2>
          <a:srgbClr val="CC6600"/>
        </a:accent2>
        <a:accent3>
          <a:srgbClr val="CAAAB8"/>
        </a:accent3>
        <a:accent4>
          <a:srgbClr val="DADADA"/>
        </a:accent4>
        <a:accent5>
          <a:srgbClr val="CAB8AD"/>
        </a:accent5>
        <a:accent6>
          <a:srgbClr val="B95C00"/>
        </a:accent6>
        <a:hlink>
          <a:srgbClr val="999933"/>
        </a:hlink>
        <a:folHlink>
          <a:srgbClr val="CCCCFF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Office\Templates\Presentation Designs\Blue Diagonal.pot</Template>
  <TotalTime>16603</TotalTime>
  <Words>1376</Words>
  <Application>Microsoft Office PowerPoint</Application>
  <PresentationFormat>Προβολή στην οθόνη (4:3)</PresentationFormat>
  <Paragraphs>265</Paragraphs>
  <Slides>24</Slides>
  <Notes>24</Notes>
  <HiddenSlides>0</HiddenSlides>
  <MMClips>0</MMClips>
  <ScaleCrop>false</ScaleCrop>
  <HeadingPairs>
    <vt:vector size="8" baseType="variant">
      <vt:variant>
        <vt:lpstr>Γραμματοσειρές που χρησιμοποιούνται</vt:lpstr>
      </vt:variant>
      <vt:variant>
        <vt:i4>3</vt:i4>
      </vt:variant>
      <vt:variant>
        <vt:lpstr>Θέμα</vt:lpstr>
      </vt:variant>
      <vt:variant>
        <vt:i4>1</vt:i4>
      </vt:variant>
      <vt:variant>
        <vt:lpstr>Ενσωματωμένοι διακομιστές OLE</vt:lpstr>
      </vt:variant>
      <vt:variant>
        <vt:i4>1</vt:i4>
      </vt:variant>
      <vt:variant>
        <vt:lpstr>Τίτλοι διαφανειών</vt:lpstr>
      </vt:variant>
      <vt:variant>
        <vt:i4>24</vt:i4>
      </vt:variant>
    </vt:vector>
  </HeadingPairs>
  <TitlesOfParts>
    <vt:vector size="29" baseType="lpstr">
      <vt:lpstr>Tahoma</vt:lpstr>
      <vt:lpstr>Verdana</vt:lpstr>
      <vt:lpstr>Wingdings</vt:lpstr>
      <vt:lpstr>Blue Diagonal</vt:lpstr>
      <vt:lpstr>Equation</vt:lpstr>
      <vt:lpstr>Ψηφιακές Τηλεπικοινωνίες</vt:lpstr>
      <vt:lpstr>Σύνδεση με τα Προηγούμενα</vt:lpstr>
      <vt:lpstr>Εισαγωγή</vt:lpstr>
      <vt:lpstr>Βασικά Τμήματα Βέλτιστου Δέκτη</vt:lpstr>
      <vt:lpstr>Αποδιαμορφωτής Συσχέτισης</vt:lpstr>
      <vt:lpstr>Αποδιαμορφωτής Συσχέτισης</vt:lpstr>
      <vt:lpstr>Αποτέλεσμα Συσχετιστών</vt:lpstr>
      <vt:lpstr>Διανυσματική Αναπαράσταση</vt:lpstr>
      <vt:lpstr>Επάρκεια των Προβολών</vt:lpstr>
      <vt:lpstr>Ανάλυση Διανύσματος r=sm+n</vt:lpstr>
      <vt:lpstr>Ανάλυση Διανύσματος r=sm+n </vt:lpstr>
      <vt:lpstr>Υπό Συνθήκη PDF</vt:lpstr>
      <vt:lpstr>Βασικά Τμήματα Βέλτιστου Δέκτη</vt:lpstr>
      <vt:lpstr>Βέλτιστος Φωρατής</vt:lpstr>
      <vt:lpstr>Γεωμετρική Ερμηνεία του r</vt:lpstr>
      <vt:lpstr>Maximum A-Posteriori Probability</vt:lpstr>
      <vt:lpstr>Κριτήριο MAP</vt:lpstr>
      <vt:lpstr>Απλοποίηση (MAP  ML ) (1/2)</vt:lpstr>
      <vt:lpstr>Απλοποίηση (MAP  ML) (2/2)</vt:lpstr>
      <vt:lpstr>Κριτήριο ML</vt:lpstr>
      <vt:lpstr>Κριτήριο ML (2)</vt:lpstr>
      <vt:lpstr>Παράδειγμα</vt:lpstr>
      <vt:lpstr>Φώραση Ελάχιστης Απόστασης</vt:lpstr>
      <vt:lpstr>Φώραση Μέγιστης Συσχέτισης</vt:lpstr>
    </vt:vector>
  </TitlesOfParts>
  <Company>SPCLab/CEID/UPatras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"Mobile Channel Characteristics"</dc:title>
  <dc:creator>Kostas Berberidis</dc:creator>
  <cp:lastModifiedBy>Nikos Piperigkos</cp:lastModifiedBy>
  <cp:revision>2797</cp:revision>
  <cp:lastPrinted>2019-12-16T17:06:08Z</cp:lastPrinted>
  <dcterms:created xsi:type="dcterms:W3CDTF">2001-05-17T09:43:34Z</dcterms:created>
  <dcterms:modified xsi:type="dcterms:W3CDTF">2025-01-09T13:38:34Z</dcterms:modified>
</cp:coreProperties>
</file>