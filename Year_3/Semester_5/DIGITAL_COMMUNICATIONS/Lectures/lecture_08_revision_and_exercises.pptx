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93" r:id="rId2"/>
    <p:sldId id="387" r:id="rId3"/>
    <p:sldId id="388" r:id="rId4"/>
    <p:sldId id="392" r:id="rId5"/>
    <p:sldId id="394" r:id="rId6"/>
    <p:sldId id="389" r:id="rId7"/>
    <p:sldId id="390" r:id="rId8"/>
    <p:sldId id="391" r:id="rId9"/>
    <p:sldId id="384" r:id="rId10"/>
    <p:sldId id="395" r:id="rId11"/>
    <p:sldId id="379" r:id="rId12"/>
  </p:sldIdLst>
  <p:sldSz cx="8953500" cy="7239000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11">
          <p15:clr>
            <a:srgbClr val="A4A3A4"/>
          </p15:clr>
        </p15:guide>
        <p15:guide id="2" pos="1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3399"/>
    <a:srgbClr val="EAEAEA"/>
    <a:srgbClr val="000000"/>
    <a:srgbClr val="FFFFFF"/>
    <a:srgbClr val="676767"/>
    <a:srgbClr val="CC3300"/>
    <a:srgbClr val="E5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00DFA-4F05-4008-98AA-EC0D4CE650EC}" v="37" dt="2025-01-15T17:13:36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0" autoAdjust="0"/>
    <p:restoredTop sz="95863" autoAdjust="0"/>
  </p:normalViewPr>
  <p:slideViewPr>
    <p:cSldViewPr snapToGrid="0">
      <p:cViewPr varScale="1">
        <p:scale>
          <a:sx n="74" d="100"/>
          <a:sy n="74" d="100"/>
        </p:scale>
        <p:origin x="1829" y="72"/>
      </p:cViewPr>
      <p:guideLst>
        <p:guide orient="horz" pos="4511"/>
        <p:guide pos="1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s Piperigkos" userId="b361276a-3497-4fae-9245-3cd0ad5fb2cd" providerId="ADAL" clId="{5BB7B9A0-6D0E-4557-BA7E-05F801FCE65B}"/>
    <pc:docChg chg="undo custSel addSld delSld modSld">
      <pc:chgData name="Nikos Piperigkos" userId="b361276a-3497-4fae-9245-3cd0ad5fb2cd" providerId="ADAL" clId="{5BB7B9A0-6D0E-4557-BA7E-05F801FCE65B}" dt="2024-12-18T08:04:27.343" v="8" actId="47"/>
      <pc:docMkLst>
        <pc:docMk/>
      </pc:docMkLst>
      <pc:sldChg chg="del">
        <pc:chgData name="Nikos Piperigkos" userId="b361276a-3497-4fae-9245-3cd0ad5fb2cd" providerId="ADAL" clId="{5BB7B9A0-6D0E-4557-BA7E-05F801FCE65B}" dt="2024-12-18T08:04:27.343" v="8" actId="47"/>
        <pc:sldMkLst>
          <pc:docMk/>
          <pc:sldMk cId="0" sldId="343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682489419" sldId="345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958378313" sldId="346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595247726" sldId="347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318248613" sldId="359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515595390" sldId="362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4129143651" sldId="363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2681447418" sldId="364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919937259" sldId="365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234171557" sldId="366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4037673333" sldId="367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3706785126" sldId="369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870242628" sldId="370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2657902753" sldId="371"/>
        </pc:sldMkLst>
      </pc:sldChg>
      <pc:sldChg chg="add del">
        <pc:chgData name="Nikos Piperigkos" userId="b361276a-3497-4fae-9245-3cd0ad5fb2cd" providerId="ADAL" clId="{5BB7B9A0-6D0E-4557-BA7E-05F801FCE65B}" dt="2024-12-18T08:04:21.532" v="7" actId="47"/>
        <pc:sldMkLst>
          <pc:docMk/>
          <pc:sldMk cId="678277472" sldId="372"/>
        </pc:sldMkLst>
      </pc:sldChg>
      <pc:sldChg chg="modSp add del mod">
        <pc:chgData name="Nikos Piperigkos" userId="b361276a-3497-4fae-9245-3cd0ad5fb2cd" providerId="ADAL" clId="{5BB7B9A0-6D0E-4557-BA7E-05F801FCE65B}" dt="2024-12-18T08:04:21.532" v="7" actId="47"/>
        <pc:sldMkLst>
          <pc:docMk/>
          <pc:sldMk cId="2826302252" sldId="373"/>
        </pc:sldMkLst>
      </pc:sldChg>
    </pc:docChg>
  </pc:docChgLst>
  <pc:docChgLst>
    <pc:chgData name="Nikos Piperigkos" userId="b361276a-3497-4fae-9245-3cd0ad5fb2cd" providerId="ADAL" clId="{AD4F377C-EAD3-4353-936B-F98EA0592DE0}"/>
    <pc:docChg chg="undo custSel addSld modSld">
      <pc:chgData name="Nikos Piperigkos" userId="b361276a-3497-4fae-9245-3cd0ad5fb2cd" providerId="ADAL" clId="{AD4F377C-EAD3-4353-936B-F98EA0592DE0}" dt="2025-01-09T11:41:56.382" v="401" actId="20577"/>
      <pc:docMkLst>
        <pc:docMk/>
      </pc:docMkLst>
      <pc:sldChg chg="delSp modSp add mod setBg">
        <pc:chgData name="Nikos Piperigkos" userId="b361276a-3497-4fae-9245-3cd0ad5fb2cd" providerId="ADAL" clId="{AD4F377C-EAD3-4353-936B-F98EA0592DE0}" dt="2025-01-08T09:22:21.817" v="30"/>
        <pc:sldMkLst>
          <pc:docMk/>
          <pc:sldMk cId="2665716523" sldId="379"/>
        </pc:sldMkLst>
        <pc:spChg chg="mod">
          <ac:chgData name="Nikos Piperigkos" userId="b361276a-3497-4fae-9245-3cd0ad5fb2cd" providerId="ADAL" clId="{AD4F377C-EAD3-4353-936B-F98EA0592DE0}" dt="2025-01-08T09:19:56.757" v="15" actId="123"/>
          <ac:spMkLst>
            <pc:docMk/>
            <pc:sldMk cId="2665716523" sldId="379"/>
            <ac:spMk id="4" creationId="{5C076557-1A9B-B84A-1A65-50D8C514E2EA}"/>
          </ac:spMkLst>
        </pc:spChg>
        <pc:spChg chg="mod">
          <ac:chgData name="Nikos Piperigkos" userId="b361276a-3497-4fae-9245-3cd0ad5fb2cd" providerId="ADAL" clId="{AD4F377C-EAD3-4353-936B-F98EA0592DE0}" dt="2025-01-08T09:18:28.054" v="9" actId="20577"/>
          <ac:spMkLst>
            <pc:docMk/>
            <pc:sldMk cId="2665716523" sldId="379"/>
            <ac:spMk id="215042" creationId="{91879507-E557-FF5A-DD32-937C7D652570}"/>
          </ac:spMkLst>
        </pc:spChg>
      </pc:sldChg>
      <pc:sldChg chg="addSp modSp add mod setBg">
        <pc:chgData name="Nikos Piperigkos" userId="b361276a-3497-4fae-9245-3cd0ad5fb2cd" providerId="ADAL" clId="{AD4F377C-EAD3-4353-936B-F98EA0592DE0}" dt="2025-01-08T09:32:46.460" v="387" actId="20577"/>
        <pc:sldMkLst>
          <pc:docMk/>
          <pc:sldMk cId="3251197169" sldId="380"/>
        </pc:sldMkLst>
      </pc:sldChg>
      <pc:sldChg chg="addSp delSp modSp add mod setBg">
        <pc:chgData name="Nikos Piperigkos" userId="b361276a-3497-4fae-9245-3cd0ad5fb2cd" providerId="ADAL" clId="{AD4F377C-EAD3-4353-936B-F98EA0592DE0}" dt="2025-01-08T09:22:30.436" v="32"/>
        <pc:sldMkLst>
          <pc:docMk/>
          <pc:sldMk cId="1456011914" sldId="381"/>
        </pc:sldMkLst>
      </pc:sldChg>
      <pc:sldChg chg="delSp modSp add mod">
        <pc:chgData name="Nikos Piperigkos" userId="b361276a-3497-4fae-9245-3cd0ad5fb2cd" providerId="ADAL" clId="{AD4F377C-EAD3-4353-936B-F98EA0592DE0}" dt="2025-01-08T09:22:52.517" v="37" actId="478"/>
        <pc:sldMkLst>
          <pc:docMk/>
          <pc:sldMk cId="3296453807" sldId="382"/>
        </pc:sldMkLst>
      </pc:sldChg>
      <pc:sldChg chg="addSp modSp add mod">
        <pc:chgData name="Nikos Piperigkos" userId="b361276a-3497-4fae-9245-3cd0ad5fb2cd" providerId="ADAL" clId="{AD4F377C-EAD3-4353-936B-F98EA0592DE0}" dt="2025-01-08T09:32:01.614" v="381"/>
        <pc:sldMkLst>
          <pc:docMk/>
          <pc:sldMk cId="1375578388" sldId="383"/>
        </pc:sldMkLst>
      </pc:sldChg>
      <pc:sldChg chg="modSp add mod">
        <pc:chgData name="Nikos Piperigkos" userId="b361276a-3497-4fae-9245-3cd0ad5fb2cd" providerId="ADAL" clId="{AD4F377C-EAD3-4353-936B-F98EA0592DE0}" dt="2025-01-09T11:41:56.382" v="401" actId="20577"/>
        <pc:sldMkLst>
          <pc:docMk/>
          <pc:sldMk cId="2125541942" sldId="384"/>
        </pc:sldMkLst>
        <pc:spChg chg="mod">
          <ac:chgData name="Nikos Piperigkos" userId="b361276a-3497-4fae-9245-3cd0ad5fb2cd" providerId="ADAL" clId="{AD4F377C-EAD3-4353-936B-F98EA0592DE0}" dt="2025-01-09T11:41:56.382" v="401" actId="20577"/>
          <ac:spMkLst>
            <pc:docMk/>
            <pc:sldMk cId="2125541942" sldId="384"/>
            <ac:spMk id="4" creationId="{12FDB2BB-5740-A43A-BC28-991AA13160C0}"/>
          </ac:spMkLst>
        </pc:spChg>
      </pc:sldChg>
      <pc:sldChg chg="modSp add mod">
        <pc:chgData name="Nikos Piperigkos" userId="b361276a-3497-4fae-9245-3cd0ad5fb2cd" providerId="ADAL" clId="{AD4F377C-EAD3-4353-936B-F98EA0592DE0}" dt="2025-01-08T09:25:47.943" v="326" actId="20577"/>
        <pc:sldMkLst>
          <pc:docMk/>
          <pc:sldMk cId="3637776143" sldId="385"/>
        </pc:sldMkLst>
      </pc:sldChg>
      <pc:sldChg chg="addSp modSp add mod">
        <pc:chgData name="Nikos Piperigkos" userId="b361276a-3497-4fae-9245-3cd0ad5fb2cd" providerId="ADAL" clId="{AD4F377C-EAD3-4353-936B-F98EA0592DE0}" dt="2025-01-08T09:29:17.215" v="380" actId="1076"/>
        <pc:sldMkLst>
          <pc:docMk/>
          <pc:sldMk cId="360158135" sldId="386"/>
        </pc:sldMkLst>
      </pc:sldChg>
    </pc:docChg>
  </pc:docChgLst>
  <pc:docChgLst>
    <pc:chgData name="Nikos Piperigkos" userId="b361276a-3497-4fae-9245-3cd0ad5fb2cd" providerId="ADAL" clId="{62500DFA-4F05-4008-98AA-EC0D4CE650EC}"/>
    <pc:docChg chg="undo custSel addSld delSld modSld sldOrd">
      <pc:chgData name="Nikos Piperigkos" userId="b361276a-3497-4fae-9245-3cd0ad5fb2cd" providerId="ADAL" clId="{62500DFA-4F05-4008-98AA-EC0D4CE650EC}" dt="2025-01-16T09:18:08.794" v="729" actId="47"/>
      <pc:docMkLst>
        <pc:docMk/>
      </pc:docMkLst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37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38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39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40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41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42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0" sldId="344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291679115" sldId="348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2164403642" sldId="349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2022076284" sldId="351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2239953370" sldId="352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79023969" sldId="353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645490204" sldId="354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362111248" sldId="355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129035966" sldId="358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2463407631" sldId="360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424839603" sldId="361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469079216" sldId="374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1953516915" sldId="375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508666977" sldId="376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3785684782" sldId="377"/>
        </pc:sldMkLst>
      </pc:sldChg>
      <pc:sldChg chg="del">
        <pc:chgData name="Nikos Piperigkos" userId="b361276a-3497-4fae-9245-3cd0ad5fb2cd" providerId="ADAL" clId="{62500DFA-4F05-4008-98AA-EC0D4CE650EC}" dt="2025-01-13T08:14:09.038" v="0" actId="47"/>
        <pc:sldMkLst>
          <pc:docMk/>
          <pc:sldMk cId="682611977" sldId="378"/>
        </pc:sldMkLst>
      </pc:sldChg>
      <pc:sldChg chg="addSp delSp modSp mod ord">
        <pc:chgData name="Nikos Piperigkos" userId="b361276a-3497-4fae-9245-3cd0ad5fb2cd" providerId="ADAL" clId="{62500DFA-4F05-4008-98AA-EC0D4CE650EC}" dt="2025-01-13T08:53:04.341" v="639"/>
        <pc:sldMkLst>
          <pc:docMk/>
          <pc:sldMk cId="2665716523" sldId="379"/>
        </pc:sldMkLst>
        <pc:spChg chg="mod">
          <ac:chgData name="Nikos Piperigkos" userId="b361276a-3497-4fae-9245-3cd0ad5fb2cd" providerId="ADAL" clId="{62500DFA-4F05-4008-98AA-EC0D4CE650EC}" dt="2025-01-13T08:52:59.326" v="637" actId="20577"/>
          <ac:spMkLst>
            <pc:docMk/>
            <pc:sldMk cId="2665716523" sldId="379"/>
            <ac:spMk id="4" creationId="{5C076557-1A9B-B84A-1A65-50D8C514E2EA}"/>
          </ac:spMkLst>
        </pc:spChg>
        <pc:spChg chg="mod">
          <ac:chgData name="Nikos Piperigkos" userId="b361276a-3497-4fae-9245-3cd0ad5fb2cd" providerId="ADAL" clId="{62500DFA-4F05-4008-98AA-EC0D4CE650EC}" dt="2025-01-13T08:52:25.016" v="585" actId="20577"/>
          <ac:spMkLst>
            <pc:docMk/>
            <pc:sldMk cId="2665716523" sldId="379"/>
            <ac:spMk id="215042" creationId="{91879507-E557-FF5A-DD32-937C7D652570}"/>
          </ac:spMkLst>
        </pc:spChg>
      </pc:sldChg>
      <pc:sldChg chg="add del">
        <pc:chgData name="Nikos Piperigkos" userId="b361276a-3497-4fae-9245-3cd0ad5fb2cd" providerId="ADAL" clId="{62500DFA-4F05-4008-98AA-EC0D4CE650EC}" dt="2025-01-13T08:18:29.085" v="52" actId="47"/>
        <pc:sldMkLst>
          <pc:docMk/>
          <pc:sldMk cId="3251197169" sldId="380"/>
        </pc:sldMkLst>
      </pc:sldChg>
      <pc:sldChg chg="add del">
        <pc:chgData name="Nikos Piperigkos" userId="b361276a-3497-4fae-9245-3cd0ad5fb2cd" providerId="ADAL" clId="{62500DFA-4F05-4008-98AA-EC0D4CE650EC}" dt="2025-01-13T08:18:29.085" v="52" actId="47"/>
        <pc:sldMkLst>
          <pc:docMk/>
          <pc:sldMk cId="1456011914" sldId="381"/>
        </pc:sldMkLst>
      </pc:sldChg>
      <pc:sldChg chg="add del">
        <pc:chgData name="Nikos Piperigkos" userId="b361276a-3497-4fae-9245-3cd0ad5fb2cd" providerId="ADAL" clId="{62500DFA-4F05-4008-98AA-EC0D4CE650EC}" dt="2025-01-13T08:18:29.085" v="52" actId="47"/>
        <pc:sldMkLst>
          <pc:docMk/>
          <pc:sldMk cId="3296453807" sldId="382"/>
        </pc:sldMkLst>
      </pc:sldChg>
      <pc:sldChg chg="add del">
        <pc:chgData name="Nikos Piperigkos" userId="b361276a-3497-4fae-9245-3cd0ad5fb2cd" providerId="ADAL" clId="{62500DFA-4F05-4008-98AA-EC0D4CE650EC}" dt="2025-01-13T08:18:29.085" v="52" actId="47"/>
        <pc:sldMkLst>
          <pc:docMk/>
          <pc:sldMk cId="1375578388" sldId="383"/>
        </pc:sldMkLst>
      </pc:sldChg>
      <pc:sldChg chg="add del ord">
        <pc:chgData name="Nikos Piperigkos" userId="b361276a-3497-4fae-9245-3cd0ad5fb2cd" providerId="ADAL" clId="{62500DFA-4F05-4008-98AA-EC0D4CE650EC}" dt="2025-01-13T08:18:44.688" v="54"/>
        <pc:sldMkLst>
          <pc:docMk/>
          <pc:sldMk cId="2125541942" sldId="384"/>
        </pc:sldMkLst>
      </pc:sldChg>
      <pc:sldChg chg="add del">
        <pc:chgData name="Nikos Piperigkos" userId="b361276a-3497-4fae-9245-3cd0ad5fb2cd" providerId="ADAL" clId="{62500DFA-4F05-4008-98AA-EC0D4CE650EC}" dt="2025-01-13T08:18:46.669" v="55" actId="47"/>
        <pc:sldMkLst>
          <pc:docMk/>
          <pc:sldMk cId="3637776143" sldId="385"/>
        </pc:sldMkLst>
      </pc:sldChg>
      <pc:sldChg chg="add del">
        <pc:chgData name="Nikos Piperigkos" userId="b361276a-3497-4fae-9245-3cd0ad5fb2cd" providerId="ADAL" clId="{62500DFA-4F05-4008-98AA-EC0D4CE650EC}" dt="2025-01-13T08:18:47.999" v="56" actId="47"/>
        <pc:sldMkLst>
          <pc:docMk/>
          <pc:sldMk cId="360158135" sldId="386"/>
        </pc:sldMkLst>
      </pc:sldChg>
      <pc:sldChg chg="delSp modSp add del mod">
        <pc:chgData name="Nikos Piperigkos" userId="b361276a-3497-4fae-9245-3cd0ad5fb2cd" providerId="ADAL" clId="{62500DFA-4F05-4008-98AA-EC0D4CE650EC}" dt="2025-01-16T09:18:07.472" v="728" actId="47"/>
        <pc:sldMkLst>
          <pc:docMk/>
          <pc:sldMk cId="1556435936" sldId="387"/>
        </pc:sldMkLst>
      </pc:sldChg>
      <pc:sldChg chg="modSp add del mod">
        <pc:chgData name="Nikos Piperigkos" userId="b361276a-3497-4fae-9245-3cd0ad5fb2cd" providerId="ADAL" clId="{62500DFA-4F05-4008-98AA-EC0D4CE650EC}" dt="2025-01-16T09:18:05.923" v="727" actId="47"/>
        <pc:sldMkLst>
          <pc:docMk/>
          <pc:sldMk cId="2666072754" sldId="388"/>
        </pc:sldMkLst>
      </pc:sldChg>
      <pc:sldChg chg="modSp add mod">
        <pc:chgData name="Nikos Piperigkos" userId="b361276a-3497-4fae-9245-3cd0ad5fb2cd" providerId="ADAL" clId="{62500DFA-4F05-4008-98AA-EC0D4CE650EC}" dt="2025-01-13T08:17:43.269" v="44" actId="20577"/>
        <pc:sldMkLst>
          <pc:docMk/>
          <pc:sldMk cId="3351333391" sldId="389"/>
        </pc:sldMkLst>
        <pc:spChg chg="mod">
          <ac:chgData name="Nikos Piperigkos" userId="b361276a-3497-4fae-9245-3cd0ad5fb2cd" providerId="ADAL" clId="{62500DFA-4F05-4008-98AA-EC0D4CE650EC}" dt="2025-01-13T08:17:43.269" v="44" actId="20577"/>
          <ac:spMkLst>
            <pc:docMk/>
            <pc:sldMk cId="3351333391" sldId="389"/>
            <ac:spMk id="4" creationId="{69B5E28C-41D2-AA90-DC46-601A8B670391}"/>
          </ac:spMkLst>
        </pc:spChg>
      </pc:sldChg>
      <pc:sldChg chg="modSp add mod">
        <pc:chgData name="Nikos Piperigkos" userId="b361276a-3497-4fae-9245-3cd0ad5fb2cd" providerId="ADAL" clId="{62500DFA-4F05-4008-98AA-EC0D4CE650EC}" dt="2025-01-13T08:18:04.987" v="49" actId="20577"/>
        <pc:sldMkLst>
          <pc:docMk/>
          <pc:sldMk cId="1072228936" sldId="390"/>
        </pc:sldMkLst>
        <pc:spChg chg="mod">
          <ac:chgData name="Nikos Piperigkos" userId="b361276a-3497-4fae-9245-3cd0ad5fb2cd" providerId="ADAL" clId="{62500DFA-4F05-4008-98AA-EC0D4CE650EC}" dt="2025-01-13T08:18:04.987" v="49" actId="20577"/>
          <ac:spMkLst>
            <pc:docMk/>
            <pc:sldMk cId="1072228936" sldId="390"/>
            <ac:spMk id="4" creationId="{49B2E5D1-5A55-C074-8112-99F269586BC7}"/>
          </ac:spMkLst>
        </pc:spChg>
      </pc:sldChg>
      <pc:sldChg chg="addSp modSp add mod">
        <pc:chgData name="Nikos Piperigkos" userId="b361276a-3497-4fae-9245-3cd0ad5fb2cd" providerId="ADAL" clId="{62500DFA-4F05-4008-98AA-EC0D4CE650EC}" dt="2025-01-13T08:44:36.577" v="581" actId="1076"/>
        <pc:sldMkLst>
          <pc:docMk/>
          <pc:sldMk cId="3969382875" sldId="391"/>
        </pc:sldMkLst>
        <pc:spChg chg="mod">
          <ac:chgData name="Nikos Piperigkos" userId="b361276a-3497-4fae-9245-3cd0ad5fb2cd" providerId="ADAL" clId="{62500DFA-4F05-4008-98AA-EC0D4CE650EC}" dt="2025-01-13T08:44:33.426" v="580" actId="20577"/>
          <ac:spMkLst>
            <pc:docMk/>
            <pc:sldMk cId="3969382875" sldId="391"/>
            <ac:spMk id="4" creationId="{44E1A11A-F447-1804-18E3-F2DA1A200F65}"/>
          </ac:spMkLst>
        </pc:spChg>
        <pc:picChg chg="add mod">
          <ac:chgData name="Nikos Piperigkos" userId="b361276a-3497-4fae-9245-3cd0ad5fb2cd" providerId="ADAL" clId="{62500DFA-4F05-4008-98AA-EC0D4CE650EC}" dt="2025-01-13T08:44:36.577" v="581" actId="1076"/>
          <ac:picMkLst>
            <pc:docMk/>
            <pc:sldMk cId="3969382875" sldId="391"/>
            <ac:picMk id="3" creationId="{BB1B0495-2067-5E36-5A23-7D6CE5063C29}"/>
          </ac:picMkLst>
        </pc:picChg>
      </pc:sldChg>
      <pc:sldChg chg="modSp add del mod">
        <pc:chgData name="Nikos Piperigkos" userId="b361276a-3497-4fae-9245-3cd0ad5fb2cd" providerId="ADAL" clId="{62500DFA-4F05-4008-98AA-EC0D4CE650EC}" dt="2025-01-16T09:18:01.763" v="726" actId="47"/>
        <pc:sldMkLst>
          <pc:docMk/>
          <pc:sldMk cId="1286149386" sldId="392"/>
        </pc:sldMkLst>
        <pc:spChg chg="mod">
          <ac:chgData name="Nikos Piperigkos" userId="b361276a-3497-4fae-9245-3cd0ad5fb2cd" providerId="ADAL" clId="{62500DFA-4F05-4008-98AA-EC0D4CE650EC}" dt="2025-01-13T15:33:16.053" v="669" actId="20577"/>
          <ac:spMkLst>
            <pc:docMk/>
            <pc:sldMk cId="1286149386" sldId="392"/>
            <ac:spMk id="4" creationId="{EF2E678B-5A4C-76CF-C7AF-31B8D90AEB2B}"/>
          </ac:spMkLst>
        </pc:spChg>
      </pc:sldChg>
      <pc:sldChg chg="add del">
        <pc:chgData name="Nikos Piperigkos" userId="b361276a-3497-4fae-9245-3cd0ad5fb2cd" providerId="ADAL" clId="{62500DFA-4F05-4008-98AA-EC0D4CE650EC}" dt="2025-01-16T09:18:08.794" v="729" actId="47"/>
        <pc:sldMkLst>
          <pc:docMk/>
          <pc:sldMk cId="1996298036" sldId="393"/>
        </pc:sldMkLst>
      </pc:sldChg>
      <pc:sldChg chg="modSp add mod">
        <pc:chgData name="Nikos Piperigkos" userId="b361276a-3497-4fae-9245-3cd0ad5fb2cd" providerId="ADAL" clId="{62500DFA-4F05-4008-98AA-EC0D4CE650EC}" dt="2025-01-13T16:08:01.439" v="676" actId="20577"/>
        <pc:sldMkLst>
          <pc:docMk/>
          <pc:sldMk cId="3218839211" sldId="394"/>
        </pc:sldMkLst>
        <pc:spChg chg="mod">
          <ac:chgData name="Nikos Piperigkos" userId="b361276a-3497-4fae-9245-3cd0ad5fb2cd" providerId="ADAL" clId="{62500DFA-4F05-4008-98AA-EC0D4CE650EC}" dt="2025-01-13T16:08:01.439" v="676" actId="20577"/>
          <ac:spMkLst>
            <pc:docMk/>
            <pc:sldMk cId="3218839211" sldId="394"/>
            <ac:spMk id="4" creationId="{7165177C-22A5-363B-7D4D-D017A63EA2BF}"/>
          </ac:spMkLst>
        </pc:spChg>
      </pc:sldChg>
      <pc:sldChg chg="addSp modSp add mod">
        <pc:chgData name="Nikos Piperigkos" userId="b361276a-3497-4fae-9245-3cd0ad5fb2cd" providerId="ADAL" clId="{62500DFA-4F05-4008-98AA-EC0D4CE650EC}" dt="2025-01-15T17:13:36.207" v="721" actId="1076"/>
        <pc:sldMkLst>
          <pc:docMk/>
          <pc:sldMk cId="247876376" sldId="395"/>
        </pc:sldMkLst>
        <pc:spChg chg="mod">
          <ac:chgData name="Nikos Piperigkos" userId="b361276a-3497-4fae-9245-3cd0ad5fb2cd" providerId="ADAL" clId="{62500DFA-4F05-4008-98AA-EC0D4CE650EC}" dt="2025-01-15T17:13:09.984" v="719" actId="20577"/>
          <ac:spMkLst>
            <pc:docMk/>
            <pc:sldMk cId="247876376" sldId="395"/>
            <ac:spMk id="4" creationId="{8A8CC2C4-6D06-8F09-9890-66817A9230A6}"/>
          </ac:spMkLst>
        </pc:spChg>
        <pc:picChg chg="add mod">
          <ac:chgData name="Nikos Piperigkos" userId="b361276a-3497-4fae-9245-3cd0ad5fb2cd" providerId="ADAL" clId="{62500DFA-4F05-4008-98AA-EC0D4CE650EC}" dt="2025-01-15T17:13:36.207" v="721" actId="1076"/>
          <ac:picMkLst>
            <pc:docMk/>
            <pc:sldMk cId="247876376" sldId="395"/>
            <ac:picMk id="2" creationId="{680BDAE2-4B9B-DDF4-D982-A20FDBCC550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-1588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5550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45550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latin typeface="Arial" panose="020B0604020202020204" pitchFamily="34" charset="0"/>
              </a:defRPr>
            </a:lvl1pPr>
          </a:lstStyle>
          <a:p>
            <a:fld id="{ADAA250D-B797-44A6-A8B0-DCDCB69069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-1588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5550"/>
            <a:ext cx="3027363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45550"/>
            <a:ext cx="3027362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5EBC083A-824A-48A2-B8CB-98F233FBF25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21275" cy="391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notes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3663" y="715963"/>
            <a:ext cx="4257675" cy="344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9188" y="1184275"/>
            <a:ext cx="6715125" cy="252095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88" y="3802063"/>
            <a:ext cx="6715125" cy="17478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528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950" y="1927225"/>
            <a:ext cx="7721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611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804988"/>
            <a:ext cx="7721600" cy="301148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188" y="4845050"/>
            <a:ext cx="7721600" cy="1582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614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5950" y="1927225"/>
            <a:ext cx="3784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0" y="1927225"/>
            <a:ext cx="3784600" cy="459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55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3188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950" y="1774825"/>
            <a:ext cx="3787775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950" y="2644775"/>
            <a:ext cx="3787775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2313" y="1774825"/>
            <a:ext cx="3806825" cy="8699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2313" y="2644775"/>
            <a:ext cx="3806825" cy="3889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84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228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482600"/>
            <a:ext cx="2889250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6825" y="1042988"/>
            <a:ext cx="4532313" cy="51435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5950" y="2171700"/>
            <a:ext cx="288925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127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482600"/>
            <a:ext cx="2889250" cy="16891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06825" y="1042988"/>
            <a:ext cx="4532313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5950" y="2171700"/>
            <a:ext cx="2889250" cy="4022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661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385763"/>
            <a:ext cx="7721600" cy="13985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950" y="1927225"/>
            <a:ext cx="7721600" cy="45926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515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7150" y="385763"/>
            <a:ext cx="1930400" cy="61341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950" y="385763"/>
            <a:ext cx="5638800" cy="6134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41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1112838" y="6778625"/>
            <a:ext cx="166687" cy="9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5" name="Text Box 21"/>
          <p:cNvSpPr txBox="1">
            <a:spLocks noChangeArrowheads="1"/>
          </p:cNvSpPr>
          <p:nvPr userDrawn="1"/>
        </p:nvSpPr>
        <p:spPr bwMode="auto">
          <a:xfrm>
            <a:off x="0" y="0"/>
            <a:ext cx="8953500" cy="512763"/>
          </a:xfrm>
          <a:prstGeom prst="rect">
            <a:avLst/>
          </a:prstGeom>
          <a:solidFill>
            <a:srgbClr val="FF6600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l-GR" altLang="en-US" sz="1200" b="1" i="1">
                <a:latin typeface="Times New Roman" panose="02020603050405020304" pitchFamily="18" charset="0"/>
              </a:rPr>
              <a:t>ΨΗΦΙΑΚΕΣ ΤΗΛΕΠΙΚΟΙΝΩΝΙΕΣ	 </a:t>
            </a:r>
            <a:r>
              <a:rPr lang="en-US" altLang="en-US" sz="1200" b="1" i="1">
                <a:latin typeface="Times New Roman" panose="02020603050405020304" pitchFamily="18" charset="0"/>
              </a:rPr>
              <a:t>		</a:t>
            </a:r>
            <a:r>
              <a:rPr lang="en-GB" altLang="en-US" sz="1200" b="1" i="1">
                <a:latin typeface="Times New Roman" panose="02020603050405020304" pitchFamily="18" charset="0"/>
              </a:rPr>
              <a:t> </a:t>
            </a:r>
            <a:r>
              <a:rPr lang="el-GR" altLang="en-US" sz="1200" b="1" i="1">
                <a:latin typeface="Times New Roman" panose="02020603050405020304" pitchFamily="18" charset="0"/>
              </a:rPr>
              <a:t>		</a:t>
            </a:r>
            <a:r>
              <a:rPr lang="en-US" altLang="en-US" sz="1200" b="1" i="1">
                <a:latin typeface="Times New Roman" panose="02020603050405020304" pitchFamily="18" charset="0"/>
              </a:rPr>
              <a:t>1-</a:t>
            </a:r>
            <a:fld id="{9F375EAC-F755-4149-95CE-5B1FBD52E5D0}" type="slidenum">
              <a:rPr lang="en-US" altLang="en-US" sz="1200" b="1" i="1">
                <a:latin typeface="Times New Roman" panose="02020603050405020304" pitchFamily="18" charset="0"/>
              </a:rPr>
              <a:pPr algn="just"/>
              <a:t>‹#›</a:t>
            </a:fld>
            <a:endParaRPr lang="en-US" altLang="en-US" sz="1200" b="1" i="1">
              <a:latin typeface="Times New Roman" panose="02020603050405020304" pitchFamily="18" charset="0"/>
            </a:endParaRPr>
          </a:p>
          <a:p>
            <a:pPr algn="just"/>
            <a:r>
              <a:rPr lang="el-GR" altLang="en-US" sz="1200" b="1" i="1">
                <a:latin typeface="Times New Roman" panose="02020603050405020304" pitchFamily="18" charset="0"/>
              </a:rPr>
              <a:t>ΚΕΦΑΛΑΙΟ </a:t>
            </a:r>
            <a:r>
              <a:rPr lang="en-US" altLang="en-US" sz="1200" b="1" i="1">
                <a:latin typeface="Times New Roman" panose="02020603050405020304" pitchFamily="18" charset="0"/>
              </a:rPr>
              <a:t>6</a:t>
            </a:r>
            <a:r>
              <a:rPr lang="el-GR" altLang="en-US" sz="1200" b="1" i="1">
                <a:latin typeface="Times New Roman" panose="02020603050405020304" pitchFamily="18" charset="0"/>
              </a:rPr>
              <a:t>: ΨΗΦΙΑΚΗ ΔΙΑΜΟΡΦΩΣΗ ΔΙΕΛΕΥΣΗΣ ΖΩΝΗΣ</a:t>
            </a:r>
            <a:r>
              <a:rPr lang="en-US" altLang="en-US" sz="1200" b="1" i="1">
                <a:latin typeface="Times New Roman" panose="02020603050405020304" pitchFamily="18" charset="0"/>
              </a:rPr>
              <a:t> </a:t>
            </a:r>
            <a:r>
              <a:rPr lang="el-GR" altLang="en-US" sz="1200" b="1" i="1">
                <a:latin typeface="Times New Roman" panose="02020603050405020304" pitchFamily="18" charset="0"/>
              </a:rPr>
              <a:t>ΠΟΛΛΑΠΛΩΝ ΕΠΙΠΕΔΩΝ</a:t>
            </a:r>
            <a:r>
              <a:rPr lang="en-US" altLang="en-US"/>
              <a:t> </a:t>
            </a:r>
            <a:endParaRPr lang="en-GB" altLang="en-US"/>
          </a:p>
        </p:txBody>
      </p:sp>
      <p:pic>
        <p:nvPicPr>
          <p:cNvPr id="1047" name="Picture 23" descr="COSTAS1"/>
          <p:cNvPicPr>
            <a:picLocks noChangeAspect="1" noChangeArrowheads="1"/>
          </p:cNvPicPr>
          <p:nvPr userDrawn="1"/>
        </p:nvPicPr>
        <p:blipFill>
          <a:blip r:embed="rId1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4" t="-3836" r="-3586" b="-9258"/>
          <a:stretch>
            <a:fillRect/>
          </a:stretch>
        </p:blipFill>
        <p:spPr bwMode="auto">
          <a:xfrm>
            <a:off x="7872413" y="0"/>
            <a:ext cx="1081087" cy="969963"/>
          </a:xfrm>
          <a:prstGeom prst="rect">
            <a:avLst/>
          </a:prstGeom>
          <a:solidFill>
            <a:schemeClr val="folHlink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  <p:sp>
        <p:nvSpPr>
          <p:cNvPr id="1049" name="Rectangle 25"/>
          <p:cNvSpPr>
            <a:spLocks noChangeArrowheads="1"/>
          </p:cNvSpPr>
          <p:nvPr userDrawn="1"/>
        </p:nvSpPr>
        <p:spPr bwMode="auto">
          <a:xfrm>
            <a:off x="0" y="7151688"/>
            <a:ext cx="8953500" cy="87312"/>
          </a:xfrm>
          <a:prstGeom prst="rect">
            <a:avLst/>
          </a:prstGeom>
          <a:solidFill>
            <a:srgbClr val="FF6600"/>
          </a:solidFill>
          <a:ln w="6350">
            <a:solidFill>
              <a:srgbClr val="FF6600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l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07275-20B2-5006-ADB6-5F8BEC80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C54CDE25-C81C-09B0-38AA-C01CFC27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14D53B8-815F-8251-1339-87BE31C04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Εάν υποτεθεί ότι κάθε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ASCII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χαρακτήρας μεταδίδεται εντός μιας περιόδου Τ με την πρόσθεση δυο λογικών μηδέν πριν κάθε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ASCII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χαρακτήρα, υπολογίστε το φάσμα του πρώτου λατινικού γράμματος του επίθετου σας, του οποίου το πλάτος Α θεωρείται γνωστό, χρησιμοποιώντας τριγωνομετρικό ανάπτυγμα.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2" descr="http://ebooks.edu.gr/modules/ebook/show.php/DSGL-C104/423/2835,10771/images/img8_055.jpg">
            <a:extLst>
              <a:ext uri="{FF2B5EF4-FFF2-40B4-BE49-F238E27FC236}">
                <a16:creationId xmlns:a16="http://schemas.microsoft.com/office/drawing/2014/main" id="{26E14321-3685-A40A-37C0-27AFE4C8C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2269" r="5247" b="13303"/>
          <a:stretch>
            <a:fillRect/>
          </a:stretch>
        </p:blipFill>
        <p:spPr bwMode="auto">
          <a:xfrm>
            <a:off x="686984" y="2577731"/>
            <a:ext cx="7579531" cy="359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2980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8D0A4-FA25-6775-2717-0F331101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FF67D389-DF8E-AE1E-ABB3-0B472A7AF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69CDD5B-A0CF-26FE-9159-D01CD7B350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5" y="1377402"/>
                <a:ext cx="8893175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Μία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μικροκυματική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επικοινωνιακή ζεύξη οπτικής επαφής, χρησιμοποιεί διαμόρφωση 256QAM επιπέδων για να μεταφέρει 32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Mbps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Το εύρος ζώνης που καταλαμβάνει το σήμα είναι 7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MHz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algn="just"/>
                <a:endParaRPr lang="el-GR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α) Ποια είναι η τιμή του </a:t>
                </a:r>
                <a14:m>
                  <m:oMath xmlns:m="http://schemas.openxmlformats.org/officeDocument/2006/math">
                    <m:r>
                      <a:rPr lang="el-GR" altLang="en-US" sz="1800" b="1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𝜶</m:t>
                    </m:r>
                  </m:oMath>
                </a14:m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των χρησιμοποιούμενων φίλτρων ρίζας υψωμένου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συνημιτόνου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; </a:t>
                </a:r>
              </a:p>
              <a:p>
                <a:pPr algn="just"/>
                <a:endParaRPr lang="el-GR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β) Εάν ο λόγος σήματος προς θόρυβο στη ζεύξη είναι 40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dB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ποια είναι η θεωρητική μέγιστη χωρητικότητα του καναλιού στο εύρος ζώνης των 7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MHz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; </a:t>
                </a: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69CDD5B-A0CF-26FE-9159-D01CD7B35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5" y="1377402"/>
                <a:ext cx="8893175" cy="2308324"/>
              </a:xfrm>
              <a:prstGeom prst="rect">
                <a:avLst/>
              </a:prstGeom>
              <a:blipFill>
                <a:blip r:embed="rId2"/>
                <a:stretch>
                  <a:fillRect l="-617" t="-1583" r="-548" b="-31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4359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3CCD5-3018-56C2-F64C-D1FFFC88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A91CE571-4AF4-A1A3-B82A-75D97068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5BA4195C-AA0C-777E-A6E6-C6D216DEA5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5" y="1377402"/>
                <a:ext cx="8893175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Μία ζεύξη δεδομένων που χρησιμοποιεί διαμόρφωση 64-QAM λειτουργεί με ρυθμό 256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kbps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Ποιος είναι ο ρυθμός εκπομπής συμβόλων στο κανάλι και ποιο είναι το καταλαμβανόμενο εύρος ζώνης, εάν έχουν χρησιμοποιηθεί στον πομπό και το δέκτη φίλτρα ρίζας υψωμένου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συνημιτόνου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που έχουν </a:t>
                </a:r>
                <a14:m>
                  <m:oMath xmlns:m="http://schemas.openxmlformats.org/officeDocument/2006/math">
                    <m:r>
                      <a:rPr lang="el-GR" altLang="en-US" sz="1800" b="1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𝜶</m:t>
                    </m:r>
                    <m:r>
                      <a:rPr lang="el-GR" alt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=0.5</m:t>
                    </m:r>
                  </m:oMath>
                </a14:m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5BA4195C-AA0C-777E-A6E6-C6D216DE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5" y="1377402"/>
                <a:ext cx="8893175" cy="1200329"/>
              </a:xfrm>
              <a:prstGeom prst="rect">
                <a:avLst/>
              </a:prstGeom>
              <a:blipFill>
                <a:blip r:embed="rId2"/>
                <a:stretch>
                  <a:fillRect l="-617" t="-3046" r="-548" b="-71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0727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2B540-AF3B-FC65-1C15-3B13D124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00B2CCE1-5AFB-810A-489D-E9CE6CBD1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F2E678B-5A4C-76CF-C7AF-31B8D90A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Ένας πελάτης ζητεί μία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μικροκυματική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ραδιοζεύξη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για να παρέχει ρυθμό μετάδοσης πληροφορίας 2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Mbps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σε ένα εύρος 400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kHz.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Ο ελάχιστος λόγος σήματος προς θόρυβο στο κανάλι είναι 30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dB.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Μπορεί το κανάλι να υποστηρίζει την απαιτούμενη χωρητικότητα, και εάν συμβαίνει αυτό, πόσες καταστάσεις συμβόλων θα απαιτούνται; 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493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E9E21-5C52-2EC0-1B38-DCF0A4371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54C9102C-7861-DE95-8C9A-9808E55B6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7165177C-22A5-363B-7D4D-D017A63EA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Εάν ένα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modem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64 καταστάσεων συμβόλων σχεδιάζεται για να μεταφέρει δεδομένα με ρυθμό 2.048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bps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ποιο πρέπει να είναι το ελάχιστο εύρος ζώνης του καλωδίου σύνδεσης, εφόσον η μετάδοση γίνεται σε βασική ζώνη;</a:t>
            </a:r>
          </a:p>
        </p:txBody>
      </p:sp>
    </p:spTree>
    <p:extLst>
      <p:ext uri="{BB962C8B-B14F-4D97-AF65-F5344CB8AC3E}">
        <p14:creationId xmlns:p14="http://schemas.microsoft.com/office/powerpoint/2010/main" val="32188392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FF4CA-D7AE-749B-DAC3-CEDCD92B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FB27DCF4-972C-E421-1F34-86E67FC38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9B5E28C-41D2-AA90-DC46-601A8B67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Για τη μετάδοση μονοπολικού τετραγωνικού παλμού συχνότητας 2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και πλάτους 2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Volt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χρησιμοποιείται πομπός B-ASK του οποίου ο τοπικός ταλαντωτής έχει συχνότητα 0.9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GHz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και πλάτος 4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Volt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 Στην έξοδο του πομπού χρησιμοποιείται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ζωνοπερατό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φίλτρο για τον περιορισμό του εκπεμπόμενου σήματος έτσι ώστε το εύρος ζώνης μετάδοσης να είναι 100ΜΗz. Εάν αντί του πομπού αυτού χρησιμοποιηθεί πομπός B-ASK που βασίζεται στη μέθοδο φιλτραρίσματος βασικής ζώνης, υπολογίστε την συχνότητα αποκοπής του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χαμηλοπερατού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φίλτρου για να επιτευχθεί η εκπομπή ίσου αριθμού αρμονικών συχνοτήτων.</a:t>
            </a:r>
          </a:p>
        </p:txBody>
      </p:sp>
    </p:spTree>
    <p:extLst>
      <p:ext uri="{BB962C8B-B14F-4D97-AF65-F5344CB8AC3E}">
        <p14:creationId xmlns:p14="http://schemas.microsoft.com/office/powerpoint/2010/main" val="335133339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2A9BF-C5CD-3C3F-732B-AF36AAE7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C868A67F-2778-8032-08C1-24D10F8F0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9B2E5D1-5A55-C074-8112-99F269586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Θεωρήστε τις διαμορφώσεις B-ASK, B-FSK και B-PSK. Ποια-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ες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από τις 3 παρουσιάζει τη βέλτιστη συμπεριφορά σε ό,τι αφορά την εκμετάλλευση του φάσματος. Δικαιολογείστε την απάντησή σας.</a:t>
            </a:r>
          </a:p>
        </p:txBody>
      </p:sp>
    </p:spTree>
    <p:extLst>
      <p:ext uri="{BB962C8B-B14F-4D97-AF65-F5344CB8AC3E}">
        <p14:creationId xmlns:p14="http://schemas.microsoft.com/office/powerpoint/2010/main" val="10722289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9E2D1-AACC-BE2A-F566-E9DA89AE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EA89C62E-7BDD-E4FB-23F4-42956152A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44E1A11A-F447-1804-18E3-F2DA1A200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5" y="1377402"/>
                <a:ext cx="8893175" cy="2585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Θεωρήστε διαμορφωτή QPSK του οποίου ο τοπικός ταλαντωτής που χρησιμοποιείται στη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βαθμίδα διαμόρφωσης παράγει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συνημιτονικό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σήμα με αρχική διαφορά φάσης 3π/4.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(α) Πόσα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bit 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πληροφορίας μπορούμε να μεταδώσουμε με την διαμόρφωση αυτή;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(β) Σχεδιάστε το διάγραμμα αστερισμού του παραγόμενου διαμορφωμένου σήματος με την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προϋπόθεση ότι με αρχική διαφορά φάσης π/4 στον τοπικό ταλαντωτή το διάγραμμα αστερισμού είναι όπως στο παρακάτω σχήμα. 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(γ) Δώστε τις αναλυτικές εκφράσεις των σημάτων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(δ) Εάν η συχνότητα του σήματος του τοπικού ταλαντωτή διπλασιαστεί σχεδιάστε το αντίστοιχο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διάγραμμα αστερισμού.</a:t>
                </a: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44E1A11A-F447-1804-18E3-F2DA1A20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5" y="1377402"/>
                <a:ext cx="8893175" cy="2585323"/>
              </a:xfrm>
              <a:prstGeom prst="rect">
                <a:avLst/>
              </a:prstGeom>
              <a:blipFill>
                <a:blip r:embed="rId2"/>
                <a:stretch>
                  <a:fillRect l="-617" t="-1415" r="-548" b="-28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Εικόνα 2">
            <a:extLst>
              <a:ext uri="{FF2B5EF4-FFF2-40B4-BE49-F238E27FC236}">
                <a16:creationId xmlns:a16="http://schemas.microsoft.com/office/drawing/2014/main" id="{BB1B0495-2067-5E36-5A23-7D6CE506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886" y="4213433"/>
            <a:ext cx="2695951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828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AA1DB-4F8F-6D36-F4E2-E4866BBF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5CDE195F-A7BF-61DD-3697-492377B2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2FDB2BB-5740-A43A-BC28-991AA1316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Ποιο είναι το ελάχιστο εύρος ζώνης που απαιτείται για να υποστηριχθεί μία ακολουθία δεδομένων ρυθμού 256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kbps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χρησιμοποιώντας: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(α) Διπολική σηματοδοσία βασικής ζώνης 4 επιπέδων,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(β) Μονοπολική σηματοδοσία βασικής ζώνης 4 επιπέδων,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(γ) BPSK,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(δ) QPSK, </a:t>
            </a: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(ε) 64-QAM;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54194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0B059-5C7A-6C6D-DE74-2AD237AC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7B4D017A-311B-F34C-F7D4-DB1740B75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>
                <a:solidFill>
                  <a:srgbClr val="000000"/>
                </a:solidFill>
                <a:cs typeface="Times New Roman" panose="02020603050405020304" pitchFamily="18" charset="0"/>
              </a:rPr>
              <a:t>ΑΣΚΗΣΕΙΣ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8A8CC2C4-6D06-8F09-9890-66817A923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325" y="1377402"/>
                <a:ext cx="8893175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Θεωρήστε διαμορφωτή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ASK του οποίου ο τοπικός ταλαντωτής παράγει </a:t>
                </a:r>
                <a:r>
                  <a:rPr lang="el-GR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συνημιτονικό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σήμα πλάτους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en-US" sz="1800" i="0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Α</m:t>
                        </m:r>
                      </m:e>
                      <m:sub>
                        <m:r>
                          <a:rPr lang="el-GR" altLang="en-US" sz="1800" i="1" dirty="0" err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συχνότητας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και μηδενικής διαφοράς φάσης. Ο διαμορφωτής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ASK δέχεται στην είσοδό του τα δεδομένα του παρακάτω σχήματος.</a:t>
                </a:r>
              </a:p>
              <a:p>
                <a:pPr algn="just"/>
                <a:r>
                  <a:rPr lang="el-GR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Υπολογίστε το φάσμα του σήματος στην έξοδο του διαμορφωτή.</a:t>
                </a: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8A8CC2C4-6D06-8F09-9890-66817A923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5" y="1377402"/>
                <a:ext cx="8893175" cy="1200329"/>
              </a:xfrm>
              <a:prstGeom prst="rect">
                <a:avLst/>
              </a:prstGeom>
              <a:blipFill>
                <a:blip r:embed="rId2"/>
                <a:stretch>
                  <a:fillRect l="-617" t="-3046" r="-548" b="-71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3">
            <a:extLst>
              <a:ext uri="{FF2B5EF4-FFF2-40B4-BE49-F238E27FC236}">
                <a16:creationId xmlns:a16="http://schemas.microsoft.com/office/drawing/2014/main" id="{680BDAE2-4B9B-DDF4-D982-A20FDBCC5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08" y="3027358"/>
            <a:ext cx="4826168" cy="286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87637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A0D5D-EF6B-F5D5-DC03-F8B1DE7B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>
            <a:extLst>
              <a:ext uri="{FF2B5EF4-FFF2-40B4-BE49-F238E27FC236}">
                <a16:creationId xmlns:a16="http://schemas.microsoft.com/office/drawing/2014/main" id="{91879507-E557-FF5A-DD32-937C7D652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888"/>
            <a:ext cx="7839075" cy="430887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6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sz="2200" b="1" dirty="0">
                <a:solidFill>
                  <a:srgbClr val="000000"/>
                </a:solidFill>
                <a:cs typeface="Times New Roman" panose="02020603050405020304" pitchFamily="18" charset="0"/>
              </a:rPr>
              <a:t>Ύλη</a:t>
            </a:r>
            <a:endParaRPr lang="en-GB" altLang="en-US" sz="22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C076557-1A9B-B84A-1A65-50D8C514E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1377402"/>
            <a:ext cx="88931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Κεφάλαια 1,2,3,5,6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“Ψηφιακές Επικοινωνίες”,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Bateman</a:t>
            </a:r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Εκδόσεις </a:t>
            </a:r>
            <a:r>
              <a:rPr lang="el-GR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Τζιόλα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Διαφάνειες μαθήματος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165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">
  <a:themeElements>
    <a:clrScheme name="">
      <a:dk1>
        <a:srgbClr val="FFFFFF"/>
      </a:dk1>
      <a:lt1>
        <a:srgbClr val="FFFFFF"/>
      </a:lt1>
      <a:dk2>
        <a:srgbClr val="FFFF00"/>
      </a:dk2>
      <a:lt2>
        <a:srgbClr val="081D58"/>
      </a:lt2>
      <a:accent1>
        <a:srgbClr val="FF8000"/>
      </a:accent1>
      <a:accent2>
        <a:srgbClr val="00FF00"/>
      </a:accent2>
      <a:accent3>
        <a:srgbClr val="FFFFFF"/>
      </a:accent3>
      <a:accent4>
        <a:srgbClr val="DADADA"/>
      </a:accent4>
      <a:accent5>
        <a:srgbClr val="FFC0AA"/>
      </a:accent5>
      <a:accent6>
        <a:srgbClr val="00E700"/>
      </a:accent6>
      <a:hlink>
        <a:srgbClr val="FF0000"/>
      </a:hlink>
      <a:folHlink>
        <a:srgbClr val="8080FF"/>
      </a:folHlink>
    </a:clrScheme>
    <a:fontScheme name="t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rgbClr val="000000"/>
          </a:solidFill>
          <a:prstDash val="solid"/>
          <a:round/>
          <a:headEnd type="none" w="sm" len="sm"/>
          <a:tailEnd type="none" w="med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rgbClr val="000000"/>
          </a:solidFill>
          <a:prstDash val="solid"/>
          <a:round/>
          <a:headEnd type="none" w="sm" len="sm"/>
          <a:tailEnd type="none" w="med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ti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d:\msoffice\powerpnt\template\clrovrhd\ti.ppt</Template>
  <TotalTime>630</TotalTime>
  <Pages>14</Pages>
  <Words>597</Words>
  <Application>Microsoft Office PowerPoint</Application>
  <PresentationFormat>Προσαρμογή</PresentationFormat>
  <Paragraphs>40</Paragraphs>
  <Slides>11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9" baseType="lpstr">
      <vt:lpstr>Arial</vt:lpstr>
      <vt:lpstr>Book Antiqua</vt:lpstr>
      <vt:lpstr>Calibri</vt:lpstr>
      <vt:lpstr>Cambria Math</vt:lpstr>
      <vt:lpstr>Helvetica</vt:lpstr>
      <vt:lpstr>Monotype Sorts</vt:lpstr>
      <vt:lpstr>Times New Roman</vt:lpstr>
      <vt:lpstr>ti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DSP?</dc:title>
  <dc:subject/>
  <dc:creator>m b akhan</dc:creator>
  <cp:keywords/>
  <dc:description/>
  <cp:lastModifiedBy>Nikos Piperigkos</cp:lastModifiedBy>
  <cp:revision>329</cp:revision>
  <cp:lastPrinted>1998-03-17T19:32:38Z</cp:lastPrinted>
  <dcterms:created xsi:type="dcterms:W3CDTF">1995-10-24T16:03:36Z</dcterms:created>
  <dcterms:modified xsi:type="dcterms:W3CDTF">2025-01-16T09:18:10Z</dcterms:modified>
</cp:coreProperties>
</file>